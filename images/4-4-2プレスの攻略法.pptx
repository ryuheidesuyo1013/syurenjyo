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3" r:id="rId1"/>
  </p:sldMasterIdLst>
  <p:notesMasterIdLst>
    <p:notesMasterId r:id="rId6"/>
  </p:notesMasterIdLst>
  <p:handoutMasterIdLst>
    <p:handoutMasterId r:id="rId7"/>
  </p:handout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F4CA21-B2AE-4110-8F60-BD7EDB9D9943}" v="80" dt="2024-12-11T11:48:48.9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 autoAdjust="0"/>
  </p:normalViewPr>
  <p:slideViewPr>
    <p:cSldViewPr snapToGrid="0">
      <p:cViewPr>
        <p:scale>
          <a:sx n="100" d="100"/>
          <a:sy n="100" d="100"/>
        </p:scale>
        <p:origin x="882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6" d="100"/>
          <a:sy n="76" d="100"/>
        </p:scale>
        <p:origin x="29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1013 thirteen" userId="6a7f5d5c1ac90810" providerId="LiveId" clId="{80F4CA21-B2AE-4110-8F60-BD7EDB9D9943}"/>
    <pc:docChg chg="undo custSel modSld sldOrd modMainMaster modNotesMaster">
      <pc:chgData name="1013 thirteen" userId="6a7f5d5c1ac90810" providerId="LiveId" clId="{80F4CA21-B2AE-4110-8F60-BD7EDB9D9943}" dt="2024-12-11T11:49:23.754" v="690" actId="1076"/>
      <pc:docMkLst>
        <pc:docMk/>
      </pc:docMkLst>
      <pc:sldChg chg="addSp delSp modSp mod setBg delDesignElem">
        <pc:chgData name="1013 thirteen" userId="6a7f5d5c1ac90810" providerId="LiveId" clId="{80F4CA21-B2AE-4110-8F60-BD7EDB9D9943}" dt="2024-12-11T11:05:52.233" v="214"/>
        <pc:sldMkLst>
          <pc:docMk/>
          <pc:sldMk cId="1543037992" sldId="256"/>
        </pc:sldMkLst>
        <pc:spChg chg="mod">
          <ac:chgData name="1013 thirteen" userId="6a7f5d5c1ac90810" providerId="LiveId" clId="{80F4CA21-B2AE-4110-8F60-BD7EDB9D9943}" dt="2024-12-11T11:05:52.233" v="214"/>
          <ac:spMkLst>
            <pc:docMk/>
            <pc:sldMk cId="1543037992" sldId="256"/>
            <ac:spMk id="2" creationId="{E0964213-0650-B31E-6C55-189C11F70166}"/>
          </ac:spMkLst>
        </pc:spChg>
        <pc:spChg chg="mod">
          <ac:chgData name="1013 thirteen" userId="6a7f5d5c1ac90810" providerId="LiveId" clId="{80F4CA21-B2AE-4110-8F60-BD7EDB9D9943}" dt="2024-12-11T11:05:52.233" v="214"/>
          <ac:spMkLst>
            <pc:docMk/>
            <pc:sldMk cId="1543037992" sldId="256"/>
            <ac:spMk id="3" creationId="{E145996A-62F6-E99C-61C3-F8FF6CE9EEC8}"/>
          </ac:spMkLst>
        </pc:spChg>
        <pc:spChg chg="add del">
          <ac:chgData name="1013 thirteen" userId="6a7f5d5c1ac90810" providerId="LiveId" clId="{80F4CA21-B2AE-4110-8F60-BD7EDB9D9943}" dt="2024-12-11T10:23:46.962" v="3" actId="26606"/>
          <ac:spMkLst>
            <pc:docMk/>
            <pc:sldMk cId="1543037992" sldId="256"/>
            <ac:spMk id="10" creationId="{9B37791B-B040-4694-BFDC-8DD132D86E8E}"/>
          </ac:spMkLst>
        </pc:spChg>
        <pc:spChg chg="add del">
          <ac:chgData name="1013 thirteen" userId="6a7f5d5c1ac90810" providerId="LiveId" clId="{80F4CA21-B2AE-4110-8F60-BD7EDB9D9943}" dt="2024-12-11T10:23:46.946" v="2" actId="26606"/>
          <ac:spMkLst>
            <pc:docMk/>
            <pc:sldMk cId="1543037992" sldId="256"/>
            <ac:spMk id="23" creationId="{9180DE06-7362-4888-AADA-7AADD57AC49D}"/>
          </ac:spMkLst>
        </pc:spChg>
        <pc:spChg chg="add del">
          <ac:chgData name="1013 thirteen" userId="6a7f5d5c1ac90810" providerId="LiveId" clId="{80F4CA21-B2AE-4110-8F60-BD7EDB9D9943}" dt="2024-12-11T10:23:46.946" v="2" actId="26606"/>
          <ac:spMkLst>
            <pc:docMk/>
            <pc:sldMk cId="1543037992" sldId="256"/>
            <ac:spMk id="29" creationId="{04357C93-F0CB-4A1C-8F77-4E9063789819}"/>
          </ac:spMkLst>
        </pc:spChg>
        <pc:spChg chg="add del">
          <ac:chgData name="1013 thirteen" userId="6a7f5d5c1ac90810" providerId="LiveId" clId="{80F4CA21-B2AE-4110-8F60-BD7EDB9D9943}" dt="2024-12-11T10:25:09.431" v="8" actId="26606"/>
          <ac:spMkLst>
            <pc:docMk/>
            <pc:sldMk cId="1543037992" sldId="256"/>
            <ac:spMk id="31" creationId="{BA79A7CF-01AF-4178-9369-94E0C90EB046}"/>
          </ac:spMkLst>
        </pc:spChg>
        <pc:spChg chg="add del">
          <ac:chgData name="1013 thirteen" userId="6a7f5d5c1ac90810" providerId="LiveId" clId="{80F4CA21-B2AE-4110-8F60-BD7EDB9D9943}" dt="2024-12-11T10:25:09.431" v="8" actId="26606"/>
          <ac:spMkLst>
            <pc:docMk/>
            <pc:sldMk cId="1543037992" sldId="256"/>
            <ac:spMk id="32" creationId="{99413ED5-9ED4-4772-BCE4-2BCAE6B12E35}"/>
          </ac:spMkLst>
        </pc:spChg>
        <pc:spChg chg="add del">
          <ac:chgData name="1013 thirteen" userId="6a7f5d5c1ac90810" providerId="LiveId" clId="{80F4CA21-B2AE-4110-8F60-BD7EDB9D9943}" dt="2024-12-11T10:25:09.431" v="8" actId="26606"/>
          <ac:spMkLst>
            <pc:docMk/>
            <pc:sldMk cId="1543037992" sldId="256"/>
            <ac:spMk id="33" creationId="{04357C93-F0CB-4A1C-8F77-4E9063789819}"/>
          </ac:spMkLst>
        </pc:spChg>
        <pc:spChg chg="add del">
          <ac:chgData name="1013 thirteen" userId="6a7f5d5c1ac90810" providerId="LiveId" clId="{80F4CA21-B2AE-4110-8F60-BD7EDB9D9943}" dt="2024-12-11T10:25:09.431" v="8" actId="26606"/>
          <ac:spMkLst>
            <pc:docMk/>
            <pc:sldMk cId="1543037992" sldId="256"/>
            <ac:spMk id="34" creationId="{90F533E9-6690-41A8-A372-4C6C622D028D}"/>
          </ac:spMkLst>
        </pc:spChg>
        <pc:spChg chg="add del">
          <ac:chgData name="1013 thirteen" userId="6a7f5d5c1ac90810" providerId="LiveId" clId="{80F4CA21-B2AE-4110-8F60-BD7EDB9D9943}" dt="2024-12-11T10:25:02.699" v="5" actId="26606"/>
          <ac:spMkLst>
            <pc:docMk/>
            <pc:sldMk cId="1543037992" sldId="256"/>
            <ac:spMk id="39" creationId="{9180DE06-7362-4888-AADA-7AADD57AC49D}"/>
          </ac:spMkLst>
        </pc:spChg>
        <pc:spChg chg="add del mod">
          <ac:chgData name="1013 thirteen" userId="6a7f5d5c1ac90810" providerId="LiveId" clId="{80F4CA21-B2AE-4110-8F60-BD7EDB9D9943}" dt="2024-12-11T11:05:52.233" v="214"/>
          <ac:spMkLst>
            <pc:docMk/>
            <pc:sldMk cId="1543037992" sldId="256"/>
            <ac:spMk id="43" creationId="{19C9EAEA-39D0-4B0E-A0EB-51E7B26740B1}"/>
          </ac:spMkLst>
        </pc:spChg>
        <pc:spChg chg="add del">
          <ac:chgData name="1013 thirteen" userId="6a7f5d5c1ac90810" providerId="LiveId" clId="{80F4CA21-B2AE-4110-8F60-BD7EDB9D9943}" dt="2024-12-11T10:25:02.699" v="5" actId="26606"/>
          <ac:spMkLst>
            <pc:docMk/>
            <pc:sldMk cId="1543037992" sldId="256"/>
            <ac:spMk id="45" creationId="{04357C93-F0CB-4A1C-8F77-4E9063789819}"/>
          </ac:spMkLst>
        </pc:spChg>
        <pc:spChg chg="mod">
          <ac:chgData name="1013 thirteen" userId="6a7f5d5c1ac90810" providerId="LiveId" clId="{80F4CA21-B2AE-4110-8F60-BD7EDB9D9943}" dt="2024-12-11T11:05:52.233" v="214"/>
          <ac:spMkLst>
            <pc:docMk/>
            <pc:sldMk cId="1543037992" sldId="256"/>
            <ac:spMk id="46" creationId="{F19A4A0F-1B59-4DB0-9764-D10936E98770}"/>
          </ac:spMkLst>
        </pc:spChg>
        <pc:spChg chg="add del">
          <ac:chgData name="1013 thirteen" userId="6a7f5d5c1ac90810" providerId="LiveId" clId="{80F4CA21-B2AE-4110-8F60-BD7EDB9D9943}" dt="2024-12-11T10:25:09.415" v="7" actId="26606"/>
          <ac:spMkLst>
            <pc:docMk/>
            <pc:sldMk cId="1543037992" sldId="256"/>
            <ac:spMk id="47" creationId="{19D32F93-50AC-4C46-A5DB-291C60DDB7BD}"/>
          </ac:spMkLst>
        </pc:spChg>
        <pc:spChg chg="add del">
          <ac:chgData name="1013 thirteen" userId="6a7f5d5c1ac90810" providerId="LiveId" clId="{80F4CA21-B2AE-4110-8F60-BD7EDB9D9943}" dt="2024-12-11T10:25:09.415" v="7" actId="26606"/>
          <ac:spMkLst>
            <pc:docMk/>
            <pc:sldMk cId="1543037992" sldId="256"/>
            <ac:spMk id="48" creationId="{86FD7672-78BE-4D6F-A711-2CDB79B52DFF}"/>
          </ac:spMkLst>
        </pc:spChg>
        <pc:spChg chg="add del">
          <ac:chgData name="1013 thirteen" userId="6a7f5d5c1ac90810" providerId="LiveId" clId="{80F4CA21-B2AE-4110-8F60-BD7EDB9D9943}" dt="2024-12-11T10:25:09.415" v="7" actId="26606"/>
          <ac:spMkLst>
            <pc:docMk/>
            <pc:sldMk cId="1543037992" sldId="256"/>
            <ac:spMk id="49" creationId="{827DC2C4-B485-428A-BF4A-472D2967F47F}"/>
          </ac:spMkLst>
        </pc:spChg>
        <pc:spChg chg="add del">
          <ac:chgData name="1013 thirteen" userId="6a7f5d5c1ac90810" providerId="LiveId" clId="{80F4CA21-B2AE-4110-8F60-BD7EDB9D9943}" dt="2024-12-11T10:25:09.415" v="7" actId="26606"/>
          <ac:spMkLst>
            <pc:docMk/>
            <pc:sldMk cId="1543037992" sldId="256"/>
            <ac:spMk id="50" creationId="{4A62647B-1222-407C-8740-5A497612B1F5}"/>
          </ac:spMkLst>
        </pc:spChg>
        <pc:spChg chg="add del mod">
          <ac:chgData name="1013 thirteen" userId="6a7f5d5c1ac90810" providerId="LiveId" clId="{80F4CA21-B2AE-4110-8F60-BD7EDB9D9943}" dt="2024-12-11T11:05:52.233" v="214"/>
          <ac:spMkLst>
            <pc:docMk/>
            <pc:sldMk cId="1543037992" sldId="256"/>
            <ac:spMk id="52" creationId="{F0AED851-54B9-4765-92D2-F0BE443BEC91}"/>
          </ac:spMkLst>
        </pc:spChg>
        <pc:spChg chg="add del mod">
          <ac:chgData name="1013 thirteen" userId="6a7f5d5c1ac90810" providerId="LiveId" clId="{80F4CA21-B2AE-4110-8F60-BD7EDB9D9943}" dt="2024-12-11T11:05:52.233" v="214"/>
          <ac:spMkLst>
            <pc:docMk/>
            <pc:sldMk cId="1543037992" sldId="256"/>
            <ac:spMk id="53" creationId="{B81933D1-5615-42C7-9C0B-4EB7105CCE2D}"/>
          </ac:spMkLst>
        </pc:spChg>
        <pc:spChg chg="mod">
          <ac:chgData name="1013 thirteen" userId="6a7f5d5c1ac90810" providerId="LiveId" clId="{80F4CA21-B2AE-4110-8F60-BD7EDB9D9943}" dt="2024-12-11T11:05:52.233" v="214"/>
          <ac:spMkLst>
            <pc:docMk/>
            <pc:sldMk cId="1543037992" sldId="256"/>
            <ac:spMk id="55" creationId="{F399A70F-F8CD-4992-9EF5-6CF15472E73F}"/>
          </ac:spMkLst>
        </pc:spChg>
        <pc:spChg chg="mod">
          <ac:chgData name="1013 thirteen" userId="6a7f5d5c1ac90810" providerId="LiveId" clId="{80F4CA21-B2AE-4110-8F60-BD7EDB9D9943}" dt="2024-12-11T11:05:52.233" v="214"/>
          <ac:spMkLst>
            <pc:docMk/>
            <pc:sldMk cId="1543037992" sldId="256"/>
            <ac:spMk id="56" creationId="{48F4FEDC-6D80-458C-A665-075D9B9500FD}"/>
          </ac:spMkLst>
        </pc:spChg>
        <pc:grpChg chg="add del">
          <ac:chgData name="1013 thirteen" userId="6a7f5d5c1ac90810" providerId="LiveId" clId="{80F4CA21-B2AE-4110-8F60-BD7EDB9D9943}" dt="2024-12-11T10:23:46.962" v="3" actId="26606"/>
          <ac:grpSpMkLst>
            <pc:docMk/>
            <pc:sldMk cId="1543037992" sldId="256"/>
            <ac:grpSpMk id="12" creationId="{4B2AE301-8298-47C2-81FA-781BA50D9933}"/>
          </ac:grpSpMkLst>
        </pc:grpChg>
        <pc:grpChg chg="add del">
          <ac:chgData name="1013 thirteen" userId="6a7f5d5c1ac90810" providerId="LiveId" clId="{80F4CA21-B2AE-4110-8F60-BD7EDB9D9943}" dt="2024-12-11T10:23:46.946" v="2" actId="26606"/>
          <ac:grpSpMkLst>
            <pc:docMk/>
            <pc:sldMk cId="1543037992" sldId="256"/>
            <ac:grpSpMk id="25" creationId="{3AF6A671-C637-4547-85F4-51B6D1881399}"/>
          </ac:grpSpMkLst>
        </pc:grpChg>
        <pc:grpChg chg="add del">
          <ac:chgData name="1013 thirteen" userId="6a7f5d5c1ac90810" providerId="LiveId" clId="{80F4CA21-B2AE-4110-8F60-BD7EDB9D9943}" dt="2024-12-11T10:25:02.699" v="5" actId="26606"/>
          <ac:grpSpMkLst>
            <pc:docMk/>
            <pc:sldMk cId="1543037992" sldId="256"/>
            <ac:grpSpMk id="41" creationId="{3AF6A671-C637-4547-85F4-51B6D1881399}"/>
          </ac:grpSpMkLst>
        </pc:grpChg>
        <pc:grpChg chg="add del mod">
          <ac:chgData name="1013 thirteen" userId="6a7f5d5c1ac90810" providerId="LiveId" clId="{80F4CA21-B2AE-4110-8F60-BD7EDB9D9943}" dt="2024-12-11T11:05:52.233" v="214"/>
          <ac:grpSpMkLst>
            <pc:docMk/>
            <pc:sldMk cId="1543037992" sldId="256"/>
            <ac:grpSpMk id="54" creationId="{032D8612-31EB-44CF-A1D0-14FD4C705424}"/>
          </ac:grpSpMkLst>
        </pc:grpChg>
        <pc:picChg chg="mod">
          <ac:chgData name="1013 thirteen" userId="6a7f5d5c1ac90810" providerId="LiveId" clId="{80F4CA21-B2AE-4110-8F60-BD7EDB9D9943}" dt="2024-12-11T11:05:52.233" v="214"/>
          <ac:picMkLst>
            <pc:docMk/>
            <pc:sldMk cId="1543037992" sldId="256"/>
            <ac:picMk id="5" creationId="{9F24DD8D-EC40-D8EA-BEB7-A52075E6C21E}"/>
          </ac:picMkLst>
        </pc:picChg>
      </pc:sldChg>
      <pc:sldChg chg="addSp delSp modSp mod">
        <pc:chgData name="1013 thirteen" userId="6a7f5d5c1ac90810" providerId="LiveId" clId="{80F4CA21-B2AE-4110-8F60-BD7EDB9D9943}" dt="2024-12-11T11:44:21.934" v="578" actId="1076"/>
        <pc:sldMkLst>
          <pc:docMk/>
          <pc:sldMk cId="1034266834" sldId="257"/>
        </pc:sldMkLst>
        <pc:spChg chg="mod">
          <ac:chgData name="1013 thirteen" userId="6a7f5d5c1ac90810" providerId="LiveId" clId="{80F4CA21-B2AE-4110-8F60-BD7EDB9D9943}" dt="2024-12-11T11:06:43.910" v="219" actId="1076"/>
          <ac:spMkLst>
            <pc:docMk/>
            <pc:sldMk cId="1034266834" sldId="257"/>
            <ac:spMk id="2" creationId="{497B1A8C-DC3A-7F66-CD42-E15B533C390A}"/>
          </ac:spMkLst>
        </pc:spChg>
        <pc:spChg chg="mod">
          <ac:chgData name="1013 thirteen" userId="6a7f5d5c1ac90810" providerId="LiveId" clId="{80F4CA21-B2AE-4110-8F60-BD7EDB9D9943}" dt="2024-12-11T11:42:05.801" v="562" actId="164"/>
          <ac:spMkLst>
            <pc:docMk/>
            <pc:sldMk cId="1034266834" sldId="257"/>
            <ac:spMk id="4" creationId="{E3F5758E-0EE3-B74A-89B2-763FE9B4C6A0}"/>
          </ac:spMkLst>
        </pc:spChg>
        <pc:spChg chg="mod">
          <ac:chgData name="1013 thirteen" userId="6a7f5d5c1ac90810" providerId="LiveId" clId="{80F4CA21-B2AE-4110-8F60-BD7EDB9D9943}" dt="2024-12-11T11:41:27.763" v="557" actId="164"/>
          <ac:spMkLst>
            <pc:docMk/>
            <pc:sldMk cId="1034266834" sldId="257"/>
            <ac:spMk id="8" creationId="{168C157F-EE2E-88E8-3D53-28FE5E3222A6}"/>
          </ac:spMkLst>
        </pc:spChg>
        <pc:spChg chg="mod">
          <ac:chgData name="1013 thirteen" userId="6a7f5d5c1ac90810" providerId="LiveId" clId="{80F4CA21-B2AE-4110-8F60-BD7EDB9D9943}" dt="2024-12-11T11:44:02.842" v="577" actId="1076"/>
          <ac:spMkLst>
            <pc:docMk/>
            <pc:sldMk cId="1034266834" sldId="257"/>
            <ac:spMk id="9" creationId="{D284F2C1-7466-16AE-45C1-9BC4B3CD5B44}"/>
          </ac:spMkLst>
        </pc:spChg>
        <pc:spChg chg="mod">
          <ac:chgData name="1013 thirteen" userId="6a7f5d5c1ac90810" providerId="LiveId" clId="{80F4CA21-B2AE-4110-8F60-BD7EDB9D9943}" dt="2024-12-11T11:05:52.233" v="214"/>
          <ac:spMkLst>
            <pc:docMk/>
            <pc:sldMk cId="1034266834" sldId="257"/>
            <ac:spMk id="12" creationId="{0A10CC7A-7FC1-445D-E514-B7CEDEA31B7F}"/>
          </ac:spMkLst>
        </pc:spChg>
        <pc:spChg chg="mod">
          <ac:chgData name="1013 thirteen" userId="6a7f5d5c1ac90810" providerId="LiveId" clId="{80F4CA21-B2AE-4110-8F60-BD7EDB9D9943}" dt="2024-12-11T11:05:52.233" v="214"/>
          <ac:spMkLst>
            <pc:docMk/>
            <pc:sldMk cId="1034266834" sldId="257"/>
            <ac:spMk id="16" creationId="{1BCD9FD3-426C-2DB8-487A-8E3A12C92F58}"/>
          </ac:spMkLst>
        </pc:spChg>
        <pc:spChg chg="mod">
          <ac:chgData name="1013 thirteen" userId="6a7f5d5c1ac90810" providerId="LiveId" clId="{80F4CA21-B2AE-4110-8F60-BD7EDB9D9943}" dt="2024-12-11T11:43:35.642" v="572" actId="164"/>
          <ac:spMkLst>
            <pc:docMk/>
            <pc:sldMk cId="1034266834" sldId="257"/>
            <ac:spMk id="18" creationId="{F838DED1-E4BE-C876-1CB2-2B2C8F008115}"/>
          </ac:spMkLst>
        </pc:spChg>
        <pc:spChg chg="mod">
          <ac:chgData name="1013 thirteen" userId="6a7f5d5c1ac90810" providerId="LiveId" clId="{80F4CA21-B2AE-4110-8F60-BD7EDB9D9943}" dt="2024-12-11T11:07:08.026" v="221" actId="1076"/>
          <ac:spMkLst>
            <pc:docMk/>
            <pc:sldMk cId="1034266834" sldId="257"/>
            <ac:spMk id="19" creationId="{A3F0D2FE-D919-BE3D-19BF-5A1703E8B011}"/>
          </ac:spMkLst>
        </pc:spChg>
        <pc:spChg chg="add mod">
          <ac:chgData name="1013 thirteen" userId="6a7f5d5c1ac90810" providerId="LiveId" clId="{80F4CA21-B2AE-4110-8F60-BD7EDB9D9943}" dt="2024-12-11T11:41:27.763" v="557" actId="164"/>
          <ac:spMkLst>
            <pc:docMk/>
            <pc:sldMk cId="1034266834" sldId="257"/>
            <ac:spMk id="24" creationId="{2BFC765D-1CE9-DA48-292C-FE381AF5422E}"/>
          </ac:spMkLst>
        </pc:spChg>
        <pc:spChg chg="add mod">
          <ac:chgData name="1013 thirteen" userId="6a7f5d5c1ac90810" providerId="LiveId" clId="{80F4CA21-B2AE-4110-8F60-BD7EDB9D9943}" dt="2024-12-11T11:42:05.801" v="562" actId="164"/>
          <ac:spMkLst>
            <pc:docMk/>
            <pc:sldMk cId="1034266834" sldId="257"/>
            <ac:spMk id="26" creationId="{023E04AD-03B7-A2E1-2181-6FF3F5D86FAD}"/>
          </ac:spMkLst>
        </pc:spChg>
        <pc:spChg chg="add mod">
          <ac:chgData name="1013 thirteen" userId="6a7f5d5c1ac90810" providerId="LiveId" clId="{80F4CA21-B2AE-4110-8F60-BD7EDB9D9943}" dt="2024-12-11T11:43:35.642" v="572" actId="164"/>
          <ac:spMkLst>
            <pc:docMk/>
            <pc:sldMk cId="1034266834" sldId="257"/>
            <ac:spMk id="28" creationId="{CB6DFB7D-E771-B3D0-00E6-7FDB9AA41F3E}"/>
          </ac:spMkLst>
        </pc:spChg>
        <pc:grpChg chg="add mod">
          <ac:chgData name="1013 thirteen" userId="6a7f5d5c1ac90810" providerId="LiveId" clId="{80F4CA21-B2AE-4110-8F60-BD7EDB9D9943}" dt="2024-12-11T11:44:21.934" v="578" actId="1076"/>
          <ac:grpSpMkLst>
            <pc:docMk/>
            <pc:sldMk cId="1034266834" sldId="257"/>
            <ac:grpSpMk id="25" creationId="{57B7D8DF-5174-DE7D-3880-747C8C2D9BBE}"/>
          </ac:grpSpMkLst>
        </pc:grpChg>
        <pc:grpChg chg="add mod">
          <ac:chgData name="1013 thirteen" userId="6a7f5d5c1ac90810" providerId="LiveId" clId="{80F4CA21-B2AE-4110-8F60-BD7EDB9D9943}" dt="2024-12-11T11:42:20.235" v="563" actId="1076"/>
          <ac:grpSpMkLst>
            <pc:docMk/>
            <pc:sldMk cId="1034266834" sldId="257"/>
            <ac:grpSpMk id="27" creationId="{6DB576AC-A21C-76E9-6338-EC404B7274BD}"/>
          </ac:grpSpMkLst>
        </pc:grpChg>
        <pc:grpChg chg="add mod">
          <ac:chgData name="1013 thirteen" userId="6a7f5d5c1ac90810" providerId="LiveId" clId="{80F4CA21-B2AE-4110-8F60-BD7EDB9D9943}" dt="2024-12-11T11:43:39.185" v="573" actId="1076"/>
          <ac:grpSpMkLst>
            <pc:docMk/>
            <pc:sldMk cId="1034266834" sldId="257"/>
            <ac:grpSpMk id="29" creationId="{B19DAF44-1F70-2C0A-AACB-98C3E8955D38}"/>
          </ac:grpSpMkLst>
        </pc:grpChg>
        <pc:picChg chg="add del mod">
          <ac:chgData name="1013 thirteen" userId="6a7f5d5c1ac90810" providerId="LiveId" clId="{80F4CA21-B2AE-4110-8F60-BD7EDB9D9943}" dt="2024-12-11T10:27:35.042" v="21" actId="478"/>
          <ac:picMkLst>
            <pc:docMk/>
            <pc:sldMk cId="1034266834" sldId="257"/>
            <ac:picMk id="5" creationId="{6D4FE982-0BC3-D95E-0F21-8AD8DEF37F8D}"/>
          </ac:picMkLst>
        </pc:picChg>
        <pc:picChg chg="add mod">
          <ac:chgData name="1013 thirteen" userId="6a7f5d5c1ac90810" providerId="LiveId" clId="{80F4CA21-B2AE-4110-8F60-BD7EDB9D9943}" dt="2024-12-11T11:41:27.763" v="557" actId="164"/>
          <ac:picMkLst>
            <pc:docMk/>
            <pc:sldMk cId="1034266834" sldId="257"/>
            <ac:picMk id="7" creationId="{9335EBB0-69C5-1941-54CD-BE362B1D7415}"/>
          </ac:picMkLst>
        </pc:picChg>
        <pc:picChg chg="add del mod">
          <ac:chgData name="1013 thirteen" userId="6a7f5d5c1ac90810" providerId="LiveId" clId="{80F4CA21-B2AE-4110-8F60-BD7EDB9D9943}" dt="2024-12-11T10:31:33.518" v="37" actId="478"/>
          <ac:picMkLst>
            <pc:docMk/>
            <pc:sldMk cId="1034266834" sldId="257"/>
            <ac:picMk id="11" creationId="{C5AE5D57-165C-5AD2-1F94-83C584C7A094}"/>
          </ac:picMkLst>
        </pc:picChg>
        <pc:picChg chg="mod">
          <ac:chgData name="1013 thirteen" userId="6a7f5d5c1ac90810" providerId="LiveId" clId="{80F4CA21-B2AE-4110-8F60-BD7EDB9D9943}" dt="2024-12-11T11:07:39.844" v="227" actId="1076"/>
          <ac:picMkLst>
            <pc:docMk/>
            <pc:sldMk cId="1034266834" sldId="257"/>
            <ac:picMk id="14" creationId="{B8160094-88F6-EEE0-C7E8-5193A4B0217D}"/>
          </ac:picMkLst>
        </pc:picChg>
        <pc:picChg chg="add del mod">
          <ac:chgData name="1013 thirteen" userId="6a7f5d5c1ac90810" providerId="LiveId" clId="{80F4CA21-B2AE-4110-8F60-BD7EDB9D9943}" dt="2024-12-11T10:31:33.518" v="37" actId="478"/>
          <ac:picMkLst>
            <pc:docMk/>
            <pc:sldMk cId="1034266834" sldId="257"/>
            <ac:picMk id="15" creationId="{17B15669-DDE8-E900-870C-0644ED647109}"/>
          </ac:picMkLst>
        </pc:picChg>
        <pc:picChg chg="add mod">
          <ac:chgData name="1013 thirteen" userId="6a7f5d5c1ac90810" providerId="LiveId" clId="{80F4CA21-B2AE-4110-8F60-BD7EDB9D9943}" dt="2024-12-11T11:05:52.233" v="214"/>
          <ac:picMkLst>
            <pc:docMk/>
            <pc:sldMk cId="1034266834" sldId="257"/>
            <ac:picMk id="20" creationId="{443A7783-6341-C45E-9A6E-620BCA790AD5}"/>
          </ac:picMkLst>
        </pc:picChg>
        <pc:picChg chg="add mod">
          <ac:chgData name="1013 thirteen" userId="6a7f5d5c1ac90810" providerId="LiveId" clId="{80F4CA21-B2AE-4110-8F60-BD7EDB9D9943}" dt="2024-12-11T11:05:52.233" v="214"/>
          <ac:picMkLst>
            <pc:docMk/>
            <pc:sldMk cId="1034266834" sldId="257"/>
            <ac:picMk id="22" creationId="{DF4AA764-0647-8C0D-8F2C-CEC8E690A4E9}"/>
          </ac:picMkLst>
        </pc:picChg>
        <pc:picChg chg="mod">
          <ac:chgData name="1013 thirteen" userId="6a7f5d5c1ac90810" providerId="LiveId" clId="{80F4CA21-B2AE-4110-8F60-BD7EDB9D9943}" dt="2024-12-11T11:05:52.233" v="214"/>
          <ac:picMkLst>
            <pc:docMk/>
            <pc:sldMk cId="1034266834" sldId="257"/>
            <ac:picMk id="23" creationId="{7A2FB63D-DD78-225E-82C4-8F3EBBC032BA}"/>
          </ac:picMkLst>
        </pc:picChg>
        <pc:cxnChg chg="mod">
          <ac:chgData name="1013 thirteen" userId="6a7f5d5c1ac90810" providerId="LiveId" clId="{80F4CA21-B2AE-4110-8F60-BD7EDB9D9943}" dt="2024-12-11T11:05:52.233" v="214"/>
          <ac:cxnSpMkLst>
            <pc:docMk/>
            <pc:sldMk cId="1034266834" sldId="257"/>
            <ac:cxnSpMk id="40" creationId="{5018BA69-566B-D144-D9F4-C1B0D4B14C26}"/>
          </ac:cxnSpMkLst>
        </pc:cxnChg>
        <pc:cxnChg chg="mod">
          <ac:chgData name="1013 thirteen" userId="6a7f5d5c1ac90810" providerId="LiveId" clId="{80F4CA21-B2AE-4110-8F60-BD7EDB9D9943}" dt="2024-12-11T11:05:52.233" v="214"/>
          <ac:cxnSpMkLst>
            <pc:docMk/>
            <pc:sldMk cId="1034266834" sldId="257"/>
            <ac:cxnSpMk id="41" creationId="{F549592C-77C4-5589-38E7-87BD2419EF5B}"/>
          </ac:cxnSpMkLst>
        </pc:cxnChg>
      </pc:sldChg>
      <pc:sldChg chg="addSp delSp modSp mod ord setBg modNotes">
        <pc:chgData name="1013 thirteen" userId="6a7f5d5c1ac90810" providerId="LiveId" clId="{80F4CA21-B2AE-4110-8F60-BD7EDB9D9943}" dt="2024-12-11T11:48:39.667" v="671" actId="1076"/>
        <pc:sldMkLst>
          <pc:docMk/>
          <pc:sldMk cId="2028660122" sldId="258"/>
        </pc:sldMkLst>
        <pc:spChg chg="mod">
          <ac:chgData name="1013 thirteen" userId="6a7f5d5c1ac90810" providerId="LiveId" clId="{80F4CA21-B2AE-4110-8F60-BD7EDB9D9943}" dt="2024-12-11T11:10:59.333" v="251" actId="1076"/>
          <ac:spMkLst>
            <pc:docMk/>
            <pc:sldMk cId="2028660122" sldId="258"/>
            <ac:spMk id="2" creationId="{EBD158AB-751A-D3A6-0678-6F43A6D1429A}"/>
          </ac:spMkLst>
        </pc:spChg>
        <pc:spChg chg="mod">
          <ac:chgData name="1013 thirteen" userId="6a7f5d5c1ac90810" providerId="LiveId" clId="{80F4CA21-B2AE-4110-8F60-BD7EDB9D9943}" dt="2024-12-11T11:48:35.748" v="670" actId="1076"/>
          <ac:spMkLst>
            <pc:docMk/>
            <pc:sldMk cId="2028660122" sldId="258"/>
            <ac:spMk id="7" creationId="{B19E6216-6800-FE69-D465-AA02329EAC1F}"/>
          </ac:spMkLst>
        </pc:spChg>
        <pc:spChg chg="mod">
          <ac:chgData name="1013 thirteen" userId="6a7f5d5c1ac90810" providerId="LiveId" clId="{80F4CA21-B2AE-4110-8F60-BD7EDB9D9943}" dt="2024-12-11T11:37:01.397" v="523" actId="1076"/>
          <ac:spMkLst>
            <pc:docMk/>
            <pc:sldMk cId="2028660122" sldId="258"/>
            <ac:spMk id="12" creationId="{B1A67D5A-711A-2491-2237-2827F7D6806F}"/>
          </ac:spMkLst>
        </pc:spChg>
        <pc:spChg chg="add mod">
          <ac:chgData name="1013 thirteen" userId="6a7f5d5c1ac90810" providerId="LiveId" clId="{80F4CA21-B2AE-4110-8F60-BD7EDB9D9943}" dt="2024-12-11T11:08:15.760" v="234" actId="1076"/>
          <ac:spMkLst>
            <pc:docMk/>
            <pc:sldMk cId="2028660122" sldId="258"/>
            <ac:spMk id="18" creationId="{44AE862C-F28F-33C5-906D-D09B5349DF5D}"/>
          </ac:spMkLst>
        </pc:spChg>
        <pc:spChg chg="add mod">
          <ac:chgData name="1013 thirteen" userId="6a7f5d5c1ac90810" providerId="LiveId" clId="{80F4CA21-B2AE-4110-8F60-BD7EDB9D9943}" dt="2024-12-11T11:28:29.588" v="446" actId="207"/>
          <ac:spMkLst>
            <pc:docMk/>
            <pc:sldMk cId="2028660122" sldId="258"/>
            <ac:spMk id="21" creationId="{DF5CB879-8EC9-E48C-94D6-34230909E1A3}"/>
          </ac:spMkLst>
        </pc:spChg>
        <pc:spChg chg="add mod topLvl">
          <ac:chgData name="1013 thirteen" userId="6a7f5d5c1ac90810" providerId="LiveId" clId="{80F4CA21-B2AE-4110-8F60-BD7EDB9D9943}" dt="2024-12-11T11:36:26.276" v="519" actId="164"/>
          <ac:spMkLst>
            <pc:docMk/>
            <pc:sldMk cId="2028660122" sldId="258"/>
            <ac:spMk id="22" creationId="{B0A722F9-BBEA-9826-82E2-E79E155DDCB1}"/>
          </ac:spMkLst>
        </pc:spChg>
        <pc:spChg chg="add mod">
          <ac:chgData name="1013 thirteen" userId="6a7f5d5c1ac90810" providerId="LiveId" clId="{80F4CA21-B2AE-4110-8F60-BD7EDB9D9943}" dt="2024-12-11T11:28:29.588" v="446" actId="207"/>
          <ac:spMkLst>
            <pc:docMk/>
            <pc:sldMk cId="2028660122" sldId="258"/>
            <ac:spMk id="26" creationId="{1CE9C782-D2AC-5AC4-A89F-677B97966A72}"/>
          </ac:spMkLst>
        </pc:spChg>
        <pc:spChg chg="add mod topLvl">
          <ac:chgData name="1013 thirteen" userId="6a7f5d5c1ac90810" providerId="LiveId" clId="{80F4CA21-B2AE-4110-8F60-BD7EDB9D9943}" dt="2024-12-11T11:36:26.276" v="519" actId="164"/>
          <ac:spMkLst>
            <pc:docMk/>
            <pc:sldMk cId="2028660122" sldId="258"/>
            <ac:spMk id="28" creationId="{5CFC44AE-E119-A924-C62B-6BF0B48E17BF}"/>
          </ac:spMkLst>
        </pc:spChg>
        <pc:spChg chg="add mod">
          <ac:chgData name="1013 thirteen" userId="6a7f5d5c1ac90810" providerId="LiveId" clId="{80F4CA21-B2AE-4110-8F60-BD7EDB9D9943}" dt="2024-12-11T11:47:58.735" v="666" actId="164"/>
          <ac:spMkLst>
            <pc:docMk/>
            <pc:sldMk cId="2028660122" sldId="258"/>
            <ac:spMk id="34" creationId="{F49BCC3A-4B30-9C9E-5203-00AB5E5B6618}"/>
          </ac:spMkLst>
        </pc:spChg>
        <pc:spChg chg="add mod">
          <ac:chgData name="1013 thirteen" userId="6a7f5d5c1ac90810" providerId="LiveId" clId="{80F4CA21-B2AE-4110-8F60-BD7EDB9D9943}" dt="2024-12-11T11:47:58.735" v="666" actId="164"/>
          <ac:spMkLst>
            <pc:docMk/>
            <pc:sldMk cId="2028660122" sldId="258"/>
            <ac:spMk id="37" creationId="{9BD84241-7B27-43DC-DB0F-148760628E2B}"/>
          </ac:spMkLst>
        </pc:spChg>
        <pc:spChg chg="mod">
          <ac:chgData name="1013 thirteen" userId="6a7f5d5c1ac90810" providerId="LiveId" clId="{80F4CA21-B2AE-4110-8F60-BD7EDB9D9943}" dt="2024-12-11T11:37:10.236" v="525" actId="20577"/>
          <ac:spMkLst>
            <pc:docMk/>
            <pc:sldMk cId="2028660122" sldId="258"/>
            <ac:spMk id="38" creationId="{B0F4A88D-FB5A-00EA-1064-7615DFF3935E}"/>
          </ac:spMkLst>
        </pc:spChg>
        <pc:spChg chg="mod">
          <ac:chgData name="1013 thirteen" userId="6a7f5d5c1ac90810" providerId="LiveId" clId="{80F4CA21-B2AE-4110-8F60-BD7EDB9D9943}" dt="2024-12-11T11:48:39.667" v="671" actId="1076"/>
          <ac:spMkLst>
            <pc:docMk/>
            <pc:sldMk cId="2028660122" sldId="258"/>
            <ac:spMk id="41" creationId="{F2714BEC-1259-ED6E-A4FC-76FE2FA7231D}"/>
          </ac:spMkLst>
        </pc:spChg>
        <pc:grpChg chg="add mod">
          <ac:chgData name="1013 thirteen" userId="6a7f5d5c1ac90810" providerId="LiveId" clId="{80F4CA21-B2AE-4110-8F60-BD7EDB9D9943}" dt="2024-12-11T11:09:16.913" v="242" actId="164"/>
          <ac:grpSpMkLst>
            <pc:docMk/>
            <pc:sldMk cId="2028660122" sldId="258"/>
            <ac:grpSpMk id="5" creationId="{80E3A0BA-1E80-87E1-BE50-AE35F1EE1A98}"/>
          </ac:grpSpMkLst>
        </pc:grpChg>
        <pc:grpChg chg="add mod">
          <ac:chgData name="1013 thirteen" userId="6a7f5d5c1ac90810" providerId="LiveId" clId="{80F4CA21-B2AE-4110-8F60-BD7EDB9D9943}" dt="2024-12-11T11:09:34.897" v="246" actId="14100"/>
          <ac:grpSpMkLst>
            <pc:docMk/>
            <pc:sldMk cId="2028660122" sldId="258"/>
            <ac:grpSpMk id="20" creationId="{2EDBDB39-0520-E32D-4D36-6FB4C26C3F2A}"/>
          </ac:grpSpMkLst>
        </pc:grpChg>
        <pc:grpChg chg="add mod">
          <ac:chgData name="1013 thirteen" userId="6a7f5d5c1ac90810" providerId="LiveId" clId="{80F4CA21-B2AE-4110-8F60-BD7EDB9D9943}" dt="2024-12-11T11:35:59.656" v="516" actId="1076"/>
          <ac:grpSpMkLst>
            <pc:docMk/>
            <pc:sldMk cId="2028660122" sldId="258"/>
            <ac:grpSpMk id="27" creationId="{942B8C6A-5CBE-4C9C-2DA5-88CB15CA5020}"/>
          </ac:grpSpMkLst>
        </pc:grpChg>
        <pc:grpChg chg="add mod">
          <ac:chgData name="1013 thirteen" userId="6a7f5d5c1ac90810" providerId="LiveId" clId="{80F4CA21-B2AE-4110-8F60-BD7EDB9D9943}" dt="2024-12-11T11:29:55.269" v="462" actId="164"/>
          <ac:grpSpMkLst>
            <pc:docMk/>
            <pc:sldMk cId="2028660122" sldId="258"/>
            <ac:grpSpMk id="29" creationId="{0AA7A916-1141-03C6-1E71-ACDB17010050}"/>
          </ac:grpSpMkLst>
        </pc:grpChg>
        <pc:grpChg chg="add del mod">
          <ac:chgData name="1013 thirteen" userId="6a7f5d5c1ac90810" providerId="LiveId" clId="{80F4CA21-B2AE-4110-8F60-BD7EDB9D9943}" dt="2024-12-11T11:36:15.967" v="518" actId="165"/>
          <ac:grpSpMkLst>
            <pc:docMk/>
            <pc:sldMk cId="2028660122" sldId="258"/>
            <ac:grpSpMk id="30" creationId="{725E72CD-1AE4-55F0-1947-B89AF837008E}"/>
          </ac:grpSpMkLst>
        </pc:grpChg>
        <pc:grpChg chg="add mod">
          <ac:chgData name="1013 thirteen" userId="6a7f5d5c1ac90810" providerId="LiveId" clId="{80F4CA21-B2AE-4110-8F60-BD7EDB9D9943}" dt="2024-12-11T11:36:34.680" v="520" actId="1076"/>
          <ac:grpSpMkLst>
            <pc:docMk/>
            <pc:sldMk cId="2028660122" sldId="258"/>
            <ac:grpSpMk id="32" creationId="{F6ED775D-57A7-4EB0-82C9-34DEDE003243}"/>
          </ac:grpSpMkLst>
        </pc:grpChg>
        <pc:grpChg chg="add del mod ord">
          <ac:chgData name="1013 thirteen" userId="6a7f5d5c1ac90810" providerId="LiveId" clId="{80F4CA21-B2AE-4110-8F60-BD7EDB9D9943}" dt="2024-12-11T10:35:44.390" v="65" actId="165"/>
          <ac:grpSpMkLst>
            <pc:docMk/>
            <pc:sldMk cId="2028660122" sldId="258"/>
            <ac:grpSpMk id="39" creationId="{818C0445-4147-942B-257C-C328BD99D76B}"/>
          </ac:grpSpMkLst>
        </pc:grpChg>
        <pc:grpChg chg="add mod">
          <ac:chgData name="1013 thirteen" userId="6a7f5d5c1ac90810" providerId="LiveId" clId="{80F4CA21-B2AE-4110-8F60-BD7EDB9D9943}" dt="2024-12-11T11:48:33.224" v="669" actId="1076"/>
          <ac:grpSpMkLst>
            <pc:docMk/>
            <pc:sldMk cId="2028660122" sldId="258"/>
            <ac:grpSpMk id="40" creationId="{853BE679-0C33-49D4-0876-3479F6C22E42}"/>
          </ac:grpSpMkLst>
        </pc:grpChg>
        <pc:picChg chg="add mod ord modCrop">
          <ac:chgData name="1013 thirteen" userId="6a7f5d5c1ac90810" providerId="LiveId" clId="{80F4CA21-B2AE-4110-8F60-BD7EDB9D9943}" dt="2024-12-11T11:05:52.233" v="214"/>
          <ac:picMkLst>
            <pc:docMk/>
            <pc:sldMk cId="2028660122" sldId="258"/>
            <ac:picMk id="4" creationId="{869BA47C-74C7-B18F-41AB-FF44C001A9C2}"/>
          </ac:picMkLst>
        </pc:picChg>
        <pc:picChg chg="add mod">
          <ac:chgData name="1013 thirteen" userId="6a7f5d5c1ac90810" providerId="LiveId" clId="{80F4CA21-B2AE-4110-8F60-BD7EDB9D9943}" dt="2024-12-11T11:09:16.913" v="242" actId="164"/>
          <ac:picMkLst>
            <pc:docMk/>
            <pc:sldMk cId="2028660122" sldId="258"/>
            <ac:picMk id="6" creationId="{0ADF0D12-6FE6-166C-EF84-24D65FD77033}"/>
          </ac:picMkLst>
        </pc:picChg>
        <pc:picChg chg="del mod topLvl">
          <ac:chgData name="1013 thirteen" userId="6a7f5d5c1ac90810" providerId="LiveId" clId="{80F4CA21-B2AE-4110-8F60-BD7EDB9D9943}" dt="2024-12-11T11:06:16.023" v="217" actId="478"/>
          <ac:picMkLst>
            <pc:docMk/>
            <pc:sldMk cId="2028660122" sldId="258"/>
            <ac:picMk id="9" creationId="{F4832E05-FB83-06F6-1FFD-7EDB01735C42}"/>
          </ac:picMkLst>
        </pc:picChg>
        <pc:picChg chg="add del mod">
          <ac:chgData name="1013 thirteen" userId="6a7f5d5c1ac90810" providerId="LiveId" clId="{80F4CA21-B2AE-4110-8F60-BD7EDB9D9943}" dt="2024-12-11T10:56:30.421" v="168" actId="478"/>
          <ac:picMkLst>
            <pc:docMk/>
            <pc:sldMk cId="2028660122" sldId="258"/>
            <ac:picMk id="10" creationId="{8F0BB580-7C47-96AB-2D8D-A0447E1EEA38}"/>
          </ac:picMkLst>
        </pc:picChg>
        <pc:picChg chg="add del mod">
          <ac:chgData name="1013 thirteen" userId="6a7f5d5c1ac90810" providerId="LiveId" clId="{80F4CA21-B2AE-4110-8F60-BD7EDB9D9943}" dt="2024-12-11T10:56:33.231" v="170" actId="478"/>
          <ac:picMkLst>
            <pc:docMk/>
            <pc:sldMk cId="2028660122" sldId="258"/>
            <ac:picMk id="13" creationId="{780F30A5-D3FE-3E02-8E30-575EFA11D243}"/>
          </ac:picMkLst>
        </pc:picChg>
        <pc:picChg chg="add mod">
          <ac:chgData name="1013 thirteen" userId="6a7f5d5c1ac90810" providerId="LiveId" clId="{80F4CA21-B2AE-4110-8F60-BD7EDB9D9943}" dt="2024-12-11T11:28:29.588" v="446" actId="207"/>
          <ac:picMkLst>
            <pc:docMk/>
            <pc:sldMk cId="2028660122" sldId="258"/>
            <ac:picMk id="14" creationId="{33856576-6FEA-779F-B4CC-B087C42CDD8C}"/>
          </ac:picMkLst>
        </pc:picChg>
        <pc:picChg chg="add mod topLvl">
          <ac:chgData name="1013 thirteen" userId="6a7f5d5c1ac90810" providerId="LiveId" clId="{80F4CA21-B2AE-4110-8F60-BD7EDB9D9943}" dt="2024-12-11T11:36:26.276" v="519" actId="164"/>
          <ac:picMkLst>
            <pc:docMk/>
            <pc:sldMk cId="2028660122" sldId="258"/>
            <ac:picMk id="15" creationId="{BFF535FC-E169-1C93-4933-3136FF6218AE}"/>
          </ac:picMkLst>
        </pc:picChg>
        <pc:picChg chg="mod topLvl">
          <ac:chgData name="1013 thirteen" userId="6a7f5d5c1ac90810" providerId="LiveId" clId="{80F4CA21-B2AE-4110-8F60-BD7EDB9D9943}" dt="2024-12-11T11:18:23.874" v="322" actId="208"/>
          <ac:picMkLst>
            <pc:docMk/>
            <pc:sldMk cId="2028660122" sldId="258"/>
            <ac:picMk id="17" creationId="{B3232A16-B340-55B0-BB48-D874912B7D21}"/>
          </ac:picMkLst>
        </pc:picChg>
        <pc:picChg chg="mod topLvl">
          <ac:chgData name="1013 thirteen" userId="6a7f5d5c1ac90810" providerId="LiveId" clId="{80F4CA21-B2AE-4110-8F60-BD7EDB9D9943}" dt="2024-12-11T11:05:52.233" v="214"/>
          <ac:picMkLst>
            <pc:docMk/>
            <pc:sldMk cId="2028660122" sldId="258"/>
            <ac:picMk id="19" creationId="{53E68403-3BC4-48D6-A031-F28F193ABABC}"/>
          </ac:picMkLst>
        </pc:picChg>
        <pc:picChg chg="mod topLvl">
          <ac:chgData name="1013 thirteen" userId="6a7f5d5c1ac90810" providerId="LiveId" clId="{80F4CA21-B2AE-4110-8F60-BD7EDB9D9943}" dt="2024-12-11T11:05:52.233" v="214"/>
          <ac:picMkLst>
            <pc:docMk/>
            <pc:sldMk cId="2028660122" sldId="258"/>
            <ac:picMk id="23" creationId="{634643FC-5743-DC1C-71E3-7F23703BC82B}"/>
          </ac:picMkLst>
        </pc:picChg>
        <pc:picChg chg="mod topLvl">
          <ac:chgData name="1013 thirteen" userId="6a7f5d5c1ac90810" providerId="LiveId" clId="{80F4CA21-B2AE-4110-8F60-BD7EDB9D9943}" dt="2024-12-11T11:05:52.233" v="214"/>
          <ac:picMkLst>
            <pc:docMk/>
            <pc:sldMk cId="2028660122" sldId="258"/>
            <ac:picMk id="24" creationId="{DD1A01E6-3125-FA16-200F-E0B246EE80C2}"/>
          </ac:picMkLst>
        </pc:picChg>
        <pc:picChg chg="mod topLvl">
          <ac:chgData name="1013 thirteen" userId="6a7f5d5c1ac90810" providerId="LiveId" clId="{80F4CA21-B2AE-4110-8F60-BD7EDB9D9943}" dt="2024-12-11T11:05:52.233" v="214"/>
          <ac:picMkLst>
            <pc:docMk/>
            <pc:sldMk cId="2028660122" sldId="258"/>
            <ac:picMk id="25" creationId="{07F6759C-8F25-09E7-C8A9-EDE794AAC65E}"/>
          </ac:picMkLst>
        </pc:picChg>
        <pc:picChg chg="mod topLvl">
          <ac:chgData name="1013 thirteen" userId="6a7f5d5c1ac90810" providerId="LiveId" clId="{80F4CA21-B2AE-4110-8F60-BD7EDB9D9943}" dt="2024-12-11T11:18:23.874" v="322" actId="208"/>
          <ac:picMkLst>
            <pc:docMk/>
            <pc:sldMk cId="2028660122" sldId="258"/>
            <ac:picMk id="33" creationId="{550777D7-6903-E9F9-8EDC-9DFA1E4844F7}"/>
          </ac:picMkLst>
        </pc:picChg>
        <pc:picChg chg="mod topLvl">
          <ac:chgData name="1013 thirteen" userId="6a7f5d5c1ac90810" providerId="LiveId" clId="{80F4CA21-B2AE-4110-8F60-BD7EDB9D9943}" dt="2024-12-11T11:05:52.233" v="214"/>
          <ac:picMkLst>
            <pc:docMk/>
            <pc:sldMk cId="2028660122" sldId="258"/>
            <ac:picMk id="35" creationId="{C08B034C-727C-D104-C197-E1E35A0BDE5E}"/>
          </ac:picMkLst>
        </pc:picChg>
        <pc:picChg chg="del mod topLvl">
          <ac:chgData name="1013 thirteen" userId="6a7f5d5c1ac90810" providerId="LiveId" clId="{80F4CA21-B2AE-4110-8F60-BD7EDB9D9943}" dt="2024-12-11T10:45:50.938" v="118" actId="478"/>
          <ac:picMkLst>
            <pc:docMk/>
            <pc:sldMk cId="2028660122" sldId="258"/>
            <ac:picMk id="36" creationId="{5FB3E35C-B7C3-D4EC-B95B-A3C236B76B44}"/>
          </ac:picMkLst>
        </pc:picChg>
        <pc:inkChg chg="add del">
          <ac:chgData name="1013 thirteen" userId="6a7f5d5c1ac90810" providerId="LiveId" clId="{80F4CA21-B2AE-4110-8F60-BD7EDB9D9943}" dt="2024-12-11T11:33:14.161" v="475" actId="9405"/>
          <ac:inkMkLst>
            <pc:docMk/>
            <pc:sldMk cId="2028660122" sldId="258"/>
            <ac:inkMk id="31" creationId="{8DC51038-E4C0-FD45-A917-424049F8D294}"/>
          </ac:inkMkLst>
        </pc:inkChg>
        <pc:cxnChg chg="mod">
          <ac:chgData name="1013 thirteen" userId="6a7f5d5c1ac90810" providerId="LiveId" clId="{80F4CA21-B2AE-4110-8F60-BD7EDB9D9943}" dt="2024-12-11T11:10:15.997" v="247" actId="1076"/>
          <ac:cxnSpMkLst>
            <pc:docMk/>
            <pc:sldMk cId="2028660122" sldId="258"/>
            <ac:cxnSpMk id="42" creationId="{AAD6D987-58F9-DFDA-C6BC-67F42AD8D733}"/>
          </ac:cxnSpMkLst>
        </pc:cxnChg>
        <pc:cxnChg chg="mod">
          <ac:chgData name="1013 thirteen" userId="6a7f5d5c1ac90810" providerId="LiveId" clId="{80F4CA21-B2AE-4110-8F60-BD7EDB9D9943}" dt="2024-12-11T11:29:55.269" v="462" actId="164"/>
          <ac:cxnSpMkLst>
            <pc:docMk/>
            <pc:sldMk cId="2028660122" sldId="258"/>
            <ac:cxnSpMk id="43" creationId="{6D99B716-5A97-5A7B-F749-7E89038F3F4F}"/>
          </ac:cxnSpMkLst>
        </pc:cxnChg>
      </pc:sldChg>
      <pc:sldChg chg="addSp delSp modSp mod">
        <pc:chgData name="1013 thirteen" userId="6a7f5d5c1ac90810" providerId="LiveId" clId="{80F4CA21-B2AE-4110-8F60-BD7EDB9D9943}" dt="2024-12-11T11:49:23.754" v="690" actId="1076"/>
        <pc:sldMkLst>
          <pc:docMk/>
          <pc:sldMk cId="3307614251" sldId="259"/>
        </pc:sldMkLst>
        <pc:spChg chg="mod">
          <ac:chgData name="1013 thirteen" userId="6a7f5d5c1ac90810" providerId="LiveId" clId="{80F4CA21-B2AE-4110-8F60-BD7EDB9D9943}" dt="2024-12-11T11:16:20.667" v="310" actId="1076"/>
          <ac:spMkLst>
            <pc:docMk/>
            <pc:sldMk cId="3307614251" sldId="259"/>
            <ac:spMk id="2" creationId="{A96A2CCC-7499-8EB0-C78F-C3A9E7238168}"/>
          </ac:spMkLst>
        </pc:spChg>
        <pc:spChg chg="mod">
          <ac:chgData name="1013 thirteen" userId="6a7f5d5c1ac90810" providerId="LiveId" clId="{80F4CA21-B2AE-4110-8F60-BD7EDB9D9943}" dt="2024-12-11T11:49:20.329" v="689" actId="1076"/>
          <ac:spMkLst>
            <pc:docMk/>
            <pc:sldMk cId="3307614251" sldId="259"/>
            <ac:spMk id="7" creationId="{682CBD04-EE0C-2C0B-FCDD-F4910D7871DA}"/>
          </ac:spMkLst>
        </pc:spChg>
        <pc:spChg chg="mod">
          <ac:chgData name="1013 thirteen" userId="6a7f5d5c1ac90810" providerId="LiveId" clId="{80F4CA21-B2AE-4110-8F60-BD7EDB9D9943}" dt="2024-12-11T11:37:50.117" v="531" actId="1076"/>
          <ac:spMkLst>
            <pc:docMk/>
            <pc:sldMk cId="3307614251" sldId="259"/>
            <ac:spMk id="12" creationId="{5BB82054-883B-D227-82A7-825902DF3B5F}"/>
          </ac:spMkLst>
        </pc:spChg>
        <pc:spChg chg="mod">
          <ac:chgData name="1013 thirteen" userId="6a7f5d5c1ac90810" providerId="LiveId" clId="{80F4CA21-B2AE-4110-8F60-BD7EDB9D9943}" dt="2024-12-11T11:49:23.754" v="690" actId="1076"/>
          <ac:spMkLst>
            <pc:docMk/>
            <pc:sldMk cId="3307614251" sldId="259"/>
            <ac:spMk id="13" creationId="{7991255B-FC61-2B1D-495C-3DA0F81A4BD8}"/>
          </ac:spMkLst>
        </pc:spChg>
        <pc:spChg chg="mod">
          <ac:chgData name="1013 thirteen" userId="6a7f5d5c1ac90810" providerId="LiveId" clId="{80F4CA21-B2AE-4110-8F60-BD7EDB9D9943}" dt="2024-12-11T11:37:23.421" v="526"/>
          <ac:spMkLst>
            <pc:docMk/>
            <pc:sldMk cId="3307614251" sldId="259"/>
            <ac:spMk id="19" creationId="{9FA36525-D952-DE80-CB0B-AB7496E18AAE}"/>
          </ac:spMkLst>
        </pc:spChg>
        <pc:spChg chg="mod">
          <ac:chgData name="1013 thirteen" userId="6a7f5d5c1ac90810" providerId="LiveId" clId="{80F4CA21-B2AE-4110-8F60-BD7EDB9D9943}" dt="2024-12-11T11:37:23.421" v="526"/>
          <ac:spMkLst>
            <pc:docMk/>
            <pc:sldMk cId="3307614251" sldId="259"/>
            <ac:spMk id="20" creationId="{DAB76473-C738-A380-C70C-C7936966C9C7}"/>
          </ac:spMkLst>
        </pc:spChg>
        <pc:spChg chg="mod">
          <ac:chgData name="1013 thirteen" userId="6a7f5d5c1ac90810" providerId="LiveId" clId="{80F4CA21-B2AE-4110-8F60-BD7EDB9D9943}" dt="2024-12-11T11:38:26.235" v="536"/>
          <ac:spMkLst>
            <pc:docMk/>
            <pc:sldMk cId="3307614251" sldId="259"/>
            <ac:spMk id="23" creationId="{C3EB415F-05E0-84F0-C402-2D6CEE56C131}"/>
          </ac:spMkLst>
        </pc:spChg>
        <pc:spChg chg="mod">
          <ac:chgData name="1013 thirteen" userId="6a7f5d5c1ac90810" providerId="LiveId" clId="{80F4CA21-B2AE-4110-8F60-BD7EDB9D9943}" dt="2024-12-11T11:38:26.235" v="536"/>
          <ac:spMkLst>
            <pc:docMk/>
            <pc:sldMk cId="3307614251" sldId="259"/>
            <ac:spMk id="24" creationId="{CD4BB89B-5AE4-687F-5D7C-ED71C05F30FC}"/>
          </ac:spMkLst>
        </pc:spChg>
        <pc:spChg chg="mod">
          <ac:chgData name="1013 thirteen" userId="6a7f5d5c1ac90810" providerId="LiveId" clId="{80F4CA21-B2AE-4110-8F60-BD7EDB9D9943}" dt="2024-12-11T11:38:37.036" v="537"/>
          <ac:spMkLst>
            <pc:docMk/>
            <pc:sldMk cId="3307614251" sldId="259"/>
            <ac:spMk id="27" creationId="{589CD3C9-3A13-A4B0-D523-DA40B7745A1E}"/>
          </ac:spMkLst>
        </pc:spChg>
        <pc:spChg chg="mod">
          <ac:chgData name="1013 thirteen" userId="6a7f5d5c1ac90810" providerId="LiveId" clId="{80F4CA21-B2AE-4110-8F60-BD7EDB9D9943}" dt="2024-12-11T11:38:37.036" v="537"/>
          <ac:spMkLst>
            <pc:docMk/>
            <pc:sldMk cId="3307614251" sldId="259"/>
            <ac:spMk id="28" creationId="{03E0E7D1-FF6D-EFB0-2E34-70020B0BB9E2}"/>
          </ac:spMkLst>
        </pc:spChg>
        <pc:spChg chg="mod">
          <ac:chgData name="1013 thirteen" userId="6a7f5d5c1ac90810" providerId="LiveId" clId="{80F4CA21-B2AE-4110-8F60-BD7EDB9D9943}" dt="2024-12-11T11:49:08.654" v="688" actId="207"/>
          <ac:spMkLst>
            <pc:docMk/>
            <pc:sldMk cId="3307614251" sldId="259"/>
            <ac:spMk id="30" creationId="{4F4C6DB8-2420-9492-9279-43660ECB5923}"/>
          </ac:spMkLst>
        </pc:spChg>
        <pc:spChg chg="mod">
          <ac:chgData name="1013 thirteen" userId="6a7f5d5c1ac90810" providerId="LiveId" clId="{80F4CA21-B2AE-4110-8F60-BD7EDB9D9943}" dt="2024-12-11T11:48:48.999" v="672"/>
          <ac:spMkLst>
            <pc:docMk/>
            <pc:sldMk cId="3307614251" sldId="259"/>
            <ac:spMk id="31" creationId="{811ABC53-93EE-ED2C-65A6-36B5D24D29D9}"/>
          </ac:spMkLst>
        </pc:spChg>
        <pc:spChg chg="mod">
          <ac:chgData name="1013 thirteen" userId="6a7f5d5c1ac90810" providerId="LiveId" clId="{80F4CA21-B2AE-4110-8F60-BD7EDB9D9943}" dt="2024-12-11T11:38:08.426" v="534" actId="1076"/>
          <ac:spMkLst>
            <pc:docMk/>
            <pc:sldMk cId="3307614251" sldId="259"/>
            <ac:spMk id="38" creationId="{D94BBC95-0E35-FB43-C3B2-9833927F6E66}"/>
          </ac:spMkLst>
        </pc:spChg>
        <pc:grpChg chg="add mod">
          <ac:chgData name="1013 thirteen" userId="6a7f5d5c1ac90810" providerId="LiveId" clId="{80F4CA21-B2AE-4110-8F60-BD7EDB9D9943}" dt="2024-12-11T11:37:54.210" v="532" actId="1076"/>
          <ac:grpSpMkLst>
            <pc:docMk/>
            <pc:sldMk cId="3307614251" sldId="259"/>
            <ac:grpSpMk id="17" creationId="{23B88557-2110-42F0-CB48-5A1501B1BB64}"/>
          </ac:grpSpMkLst>
        </pc:grpChg>
        <pc:grpChg chg="add mod">
          <ac:chgData name="1013 thirteen" userId="6a7f5d5c1ac90810" providerId="LiveId" clId="{80F4CA21-B2AE-4110-8F60-BD7EDB9D9943}" dt="2024-12-11T11:38:26.235" v="536"/>
          <ac:grpSpMkLst>
            <pc:docMk/>
            <pc:sldMk cId="3307614251" sldId="259"/>
            <ac:grpSpMk id="21" creationId="{045A9481-5A54-0E3A-EC2B-B139480FC5EC}"/>
          </ac:grpSpMkLst>
        </pc:grpChg>
        <pc:grpChg chg="add mod">
          <ac:chgData name="1013 thirteen" userId="6a7f5d5c1ac90810" providerId="LiveId" clId="{80F4CA21-B2AE-4110-8F60-BD7EDB9D9943}" dt="2024-12-11T11:38:55.967" v="539" actId="1076"/>
          <ac:grpSpMkLst>
            <pc:docMk/>
            <pc:sldMk cId="3307614251" sldId="259"/>
            <ac:grpSpMk id="25" creationId="{76BF58A1-737F-18E0-10D5-DCE75C1050B9}"/>
          </ac:grpSpMkLst>
        </pc:grpChg>
        <pc:grpChg chg="add mod">
          <ac:chgData name="1013 thirteen" userId="6a7f5d5c1ac90810" providerId="LiveId" clId="{80F4CA21-B2AE-4110-8F60-BD7EDB9D9943}" dt="2024-12-11T11:48:52.286" v="673" actId="1076"/>
          <ac:grpSpMkLst>
            <pc:docMk/>
            <pc:sldMk cId="3307614251" sldId="259"/>
            <ac:grpSpMk id="29" creationId="{B4EACE7F-4DEB-1F39-88CD-0E597D403702}"/>
          </ac:grpSpMkLst>
        </pc:grpChg>
        <pc:picChg chg="add del mod">
          <ac:chgData name="1013 thirteen" userId="6a7f5d5c1ac90810" providerId="LiveId" clId="{80F4CA21-B2AE-4110-8F60-BD7EDB9D9943}" dt="2024-12-11T10:56:37.195" v="171" actId="478"/>
          <ac:picMkLst>
            <pc:docMk/>
            <pc:sldMk cId="3307614251" sldId="259"/>
            <ac:picMk id="3" creationId="{40DF9BAD-2341-8693-8184-9A6BC74F52FB}"/>
          </ac:picMkLst>
        </pc:picChg>
        <pc:picChg chg="add del mod">
          <ac:chgData name="1013 thirteen" userId="6a7f5d5c1ac90810" providerId="LiveId" clId="{80F4CA21-B2AE-4110-8F60-BD7EDB9D9943}" dt="2024-12-11T10:56:39.706" v="172" actId="478"/>
          <ac:picMkLst>
            <pc:docMk/>
            <pc:sldMk cId="3307614251" sldId="259"/>
            <ac:picMk id="4" creationId="{1375C705-431C-1559-C0EA-117F5A97B88F}"/>
          </ac:picMkLst>
        </pc:picChg>
        <pc:picChg chg="mod">
          <ac:chgData name="1013 thirteen" userId="6a7f5d5c1ac90810" providerId="LiveId" clId="{80F4CA21-B2AE-4110-8F60-BD7EDB9D9943}" dt="2024-12-11T11:38:17.282" v="535" actId="1076"/>
          <ac:picMkLst>
            <pc:docMk/>
            <pc:sldMk cId="3307614251" sldId="259"/>
            <ac:picMk id="6" creationId="{B8ABBA2B-7398-9CB5-64BB-F4D530AAD97D}"/>
          </ac:picMkLst>
        </pc:picChg>
        <pc:picChg chg="add del mod">
          <ac:chgData name="1013 thirteen" userId="6a7f5d5c1ac90810" providerId="LiveId" clId="{80F4CA21-B2AE-4110-8F60-BD7EDB9D9943}" dt="2024-12-11T11:34:29.061" v="503" actId="478"/>
          <ac:picMkLst>
            <pc:docMk/>
            <pc:sldMk cId="3307614251" sldId="259"/>
            <ac:picMk id="8" creationId="{F4527541-7E54-48A0-063B-73E637D73F7B}"/>
          </ac:picMkLst>
        </pc:picChg>
        <pc:picChg chg="add del mod">
          <ac:chgData name="1013 thirteen" userId="6a7f5d5c1ac90810" providerId="LiveId" clId="{80F4CA21-B2AE-4110-8F60-BD7EDB9D9943}" dt="2024-12-11T11:34:02.909" v="480" actId="478"/>
          <ac:picMkLst>
            <pc:docMk/>
            <pc:sldMk cId="3307614251" sldId="259"/>
            <ac:picMk id="10" creationId="{8F4A9863-2609-8206-EC18-0520AC902060}"/>
          </ac:picMkLst>
        </pc:picChg>
        <pc:picChg chg="mod">
          <ac:chgData name="1013 thirteen" userId="6a7f5d5c1ac90810" providerId="LiveId" clId="{80F4CA21-B2AE-4110-8F60-BD7EDB9D9943}" dt="2024-12-11T11:37:23.421" v="526"/>
          <ac:picMkLst>
            <pc:docMk/>
            <pc:sldMk cId="3307614251" sldId="259"/>
            <ac:picMk id="18" creationId="{D10E62F3-F0E8-93C6-5245-90FE2F923068}"/>
          </ac:picMkLst>
        </pc:picChg>
        <pc:picChg chg="mod">
          <ac:chgData name="1013 thirteen" userId="6a7f5d5c1ac90810" providerId="LiveId" clId="{80F4CA21-B2AE-4110-8F60-BD7EDB9D9943}" dt="2024-12-11T11:38:26.235" v="536"/>
          <ac:picMkLst>
            <pc:docMk/>
            <pc:sldMk cId="3307614251" sldId="259"/>
            <ac:picMk id="22" creationId="{89052E0F-2911-5239-9FD3-81B846C7C982}"/>
          </ac:picMkLst>
        </pc:picChg>
        <pc:picChg chg="mod">
          <ac:chgData name="1013 thirteen" userId="6a7f5d5c1ac90810" providerId="LiveId" clId="{80F4CA21-B2AE-4110-8F60-BD7EDB9D9943}" dt="2024-12-11T11:38:37.036" v="537"/>
          <ac:picMkLst>
            <pc:docMk/>
            <pc:sldMk cId="3307614251" sldId="259"/>
            <ac:picMk id="26" creationId="{34A014BC-3444-1850-8B9C-108B10CA07D2}"/>
          </ac:picMkLst>
        </pc:picChg>
        <pc:inkChg chg="add">
          <ac:chgData name="1013 thirteen" userId="6a7f5d5c1ac90810" providerId="LiveId" clId="{80F4CA21-B2AE-4110-8F60-BD7EDB9D9943}" dt="2024-12-11T11:33:45.980" v="476" actId="9405"/>
          <ac:inkMkLst>
            <pc:docMk/>
            <pc:sldMk cId="3307614251" sldId="259"/>
            <ac:inkMk id="11" creationId="{4F99D0C2-5A35-E932-ADF9-786FFBCC1862}"/>
          </ac:inkMkLst>
        </pc:inkChg>
        <pc:inkChg chg="add del">
          <ac:chgData name="1013 thirteen" userId="6a7f5d5c1ac90810" providerId="LiveId" clId="{80F4CA21-B2AE-4110-8F60-BD7EDB9D9943}" dt="2024-12-11T11:33:49.902" v="478" actId="9405"/>
          <ac:inkMkLst>
            <pc:docMk/>
            <pc:sldMk cId="3307614251" sldId="259"/>
            <ac:inkMk id="16" creationId="{F0774D22-D61B-84A7-54EF-5D148A341145}"/>
          </ac:inkMkLst>
        </pc:inkChg>
        <pc:cxnChg chg="mod">
          <ac:chgData name="1013 thirteen" userId="6a7f5d5c1ac90810" providerId="LiveId" clId="{80F4CA21-B2AE-4110-8F60-BD7EDB9D9943}" dt="2024-12-11T11:05:52.233" v="214"/>
          <ac:cxnSpMkLst>
            <pc:docMk/>
            <pc:sldMk cId="3307614251" sldId="259"/>
            <ac:cxnSpMk id="14" creationId="{58A1EEA7-FBAA-8CCC-8A1C-2FE5B46A49D5}"/>
          </ac:cxnSpMkLst>
        </pc:cxnChg>
        <pc:cxnChg chg="mod">
          <ac:chgData name="1013 thirteen" userId="6a7f5d5c1ac90810" providerId="LiveId" clId="{80F4CA21-B2AE-4110-8F60-BD7EDB9D9943}" dt="2024-12-11T11:39:03.416" v="540" actId="1076"/>
          <ac:cxnSpMkLst>
            <pc:docMk/>
            <pc:sldMk cId="3307614251" sldId="259"/>
            <ac:cxnSpMk id="15" creationId="{ABBDD48B-7559-C5E5-7549-45B21E3D7E82}"/>
          </ac:cxnSpMkLst>
        </pc:cxnChg>
      </pc:sldChg>
      <pc:sldMasterChg chg="modSp modSldLayout">
        <pc:chgData name="1013 thirteen" userId="6a7f5d5c1ac90810" providerId="LiveId" clId="{80F4CA21-B2AE-4110-8F60-BD7EDB9D9943}" dt="2024-12-11T11:05:52.233" v="214"/>
        <pc:sldMasterMkLst>
          <pc:docMk/>
          <pc:sldMasterMk cId="510618993" sldId="2147483821"/>
        </pc:sldMasterMkLst>
        <pc:spChg chg="mod">
          <ac:chgData name="1013 thirteen" userId="6a7f5d5c1ac90810" providerId="LiveId" clId="{80F4CA21-B2AE-4110-8F60-BD7EDB9D9943}" dt="2024-12-11T11:05:52.233" v="214"/>
          <ac:spMkLst>
            <pc:docMk/>
            <pc:sldMasterMk cId="510618993" sldId="2147483821"/>
            <ac:spMk id="2" creationId="{00000000-0000-0000-0000-000000000000}"/>
          </ac:spMkLst>
        </pc:spChg>
        <pc:spChg chg="mod">
          <ac:chgData name="1013 thirteen" userId="6a7f5d5c1ac90810" providerId="LiveId" clId="{80F4CA21-B2AE-4110-8F60-BD7EDB9D9943}" dt="2024-12-11T11:05:52.233" v="214"/>
          <ac:spMkLst>
            <pc:docMk/>
            <pc:sldMasterMk cId="510618993" sldId="2147483821"/>
            <ac:spMk id="3" creationId="{00000000-0000-0000-0000-000000000000}"/>
          </ac:spMkLst>
        </pc:spChg>
        <pc:spChg chg="mod">
          <ac:chgData name="1013 thirteen" userId="6a7f5d5c1ac90810" providerId="LiveId" clId="{80F4CA21-B2AE-4110-8F60-BD7EDB9D9943}" dt="2024-12-11T11:05:52.233" v="214"/>
          <ac:spMkLst>
            <pc:docMk/>
            <pc:sldMasterMk cId="510618993" sldId="2147483821"/>
            <ac:spMk id="4" creationId="{00000000-0000-0000-0000-000000000000}"/>
          </ac:spMkLst>
        </pc:spChg>
        <pc:spChg chg="mod">
          <ac:chgData name="1013 thirteen" userId="6a7f5d5c1ac90810" providerId="LiveId" clId="{80F4CA21-B2AE-4110-8F60-BD7EDB9D9943}" dt="2024-12-11T11:05:52.233" v="214"/>
          <ac:spMkLst>
            <pc:docMk/>
            <pc:sldMasterMk cId="510618993" sldId="2147483821"/>
            <ac:spMk id="5" creationId="{00000000-0000-0000-0000-000000000000}"/>
          </ac:spMkLst>
        </pc:spChg>
        <pc:spChg chg="mod">
          <ac:chgData name="1013 thirteen" userId="6a7f5d5c1ac90810" providerId="LiveId" clId="{80F4CA21-B2AE-4110-8F60-BD7EDB9D9943}" dt="2024-12-11T11:05:52.233" v="214"/>
          <ac:spMkLst>
            <pc:docMk/>
            <pc:sldMasterMk cId="510618993" sldId="2147483821"/>
            <ac:spMk id="6" creationId="{00000000-0000-0000-0000-000000000000}"/>
          </ac:spMkLst>
        </pc:spChg>
        <pc:sldLayoutChg chg="modSp">
          <pc:chgData name="1013 thirteen" userId="6a7f5d5c1ac90810" providerId="LiveId" clId="{80F4CA21-B2AE-4110-8F60-BD7EDB9D9943}" dt="2024-12-11T11:05:52.233" v="214"/>
          <pc:sldLayoutMkLst>
            <pc:docMk/>
            <pc:sldMasterMk cId="510618993" sldId="2147483821"/>
            <pc:sldLayoutMk cId="2724915251" sldId="2147483822"/>
          </pc:sldLayoutMkLst>
          <pc:spChg chg="mod">
            <ac:chgData name="1013 thirteen" userId="6a7f5d5c1ac90810" providerId="LiveId" clId="{80F4CA21-B2AE-4110-8F60-BD7EDB9D9943}" dt="2024-12-11T11:05:52.233" v="214"/>
            <ac:spMkLst>
              <pc:docMk/>
              <pc:sldMasterMk cId="510618993" sldId="2147483821"/>
              <pc:sldLayoutMk cId="2724915251" sldId="2147483822"/>
              <ac:spMk id="2" creationId="{00000000-0000-0000-0000-000000000000}"/>
            </ac:spMkLst>
          </pc:spChg>
          <pc:spChg chg="mod">
            <ac:chgData name="1013 thirteen" userId="6a7f5d5c1ac90810" providerId="LiveId" clId="{80F4CA21-B2AE-4110-8F60-BD7EDB9D9943}" dt="2024-12-11T11:05:52.233" v="214"/>
            <ac:spMkLst>
              <pc:docMk/>
              <pc:sldMasterMk cId="510618993" sldId="2147483821"/>
              <pc:sldLayoutMk cId="2724915251" sldId="2147483822"/>
              <ac:spMk id="3" creationId="{00000000-0000-0000-0000-000000000000}"/>
            </ac:spMkLst>
          </pc:spChg>
        </pc:sldLayoutChg>
        <pc:sldLayoutChg chg="modSp">
          <pc:chgData name="1013 thirteen" userId="6a7f5d5c1ac90810" providerId="LiveId" clId="{80F4CA21-B2AE-4110-8F60-BD7EDB9D9943}" dt="2024-12-11T11:05:52.233" v="214"/>
          <pc:sldLayoutMkLst>
            <pc:docMk/>
            <pc:sldMasterMk cId="510618993" sldId="2147483821"/>
            <pc:sldLayoutMk cId="1807655229" sldId="2147483824"/>
          </pc:sldLayoutMkLst>
          <pc:spChg chg="mod">
            <ac:chgData name="1013 thirteen" userId="6a7f5d5c1ac90810" providerId="LiveId" clId="{80F4CA21-B2AE-4110-8F60-BD7EDB9D9943}" dt="2024-12-11T11:05:52.233" v="214"/>
            <ac:spMkLst>
              <pc:docMk/>
              <pc:sldMasterMk cId="510618993" sldId="2147483821"/>
              <pc:sldLayoutMk cId="1807655229" sldId="2147483824"/>
              <ac:spMk id="2" creationId="{00000000-0000-0000-0000-000000000000}"/>
            </ac:spMkLst>
          </pc:spChg>
          <pc:spChg chg="mod">
            <ac:chgData name="1013 thirteen" userId="6a7f5d5c1ac90810" providerId="LiveId" clId="{80F4CA21-B2AE-4110-8F60-BD7EDB9D9943}" dt="2024-12-11T11:05:52.233" v="214"/>
            <ac:spMkLst>
              <pc:docMk/>
              <pc:sldMasterMk cId="510618993" sldId="2147483821"/>
              <pc:sldLayoutMk cId="1807655229" sldId="2147483824"/>
              <ac:spMk id="3" creationId="{00000000-0000-0000-0000-000000000000}"/>
            </ac:spMkLst>
          </pc:spChg>
        </pc:sldLayoutChg>
        <pc:sldLayoutChg chg="modSp">
          <pc:chgData name="1013 thirteen" userId="6a7f5d5c1ac90810" providerId="LiveId" clId="{80F4CA21-B2AE-4110-8F60-BD7EDB9D9943}" dt="2024-12-11T11:05:52.233" v="214"/>
          <pc:sldLayoutMkLst>
            <pc:docMk/>
            <pc:sldMasterMk cId="510618993" sldId="2147483821"/>
            <pc:sldLayoutMk cId="3540264775" sldId="2147483825"/>
          </pc:sldLayoutMkLst>
          <pc:spChg chg="mod">
            <ac:chgData name="1013 thirteen" userId="6a7f5d5c1ac90810" providerId="LiveId" clId="{80F4CA21-B2AE-4110-8F60-BD7EDB9D9943}" dt="2024-12-11T11:05:52.233" v="214"/>
            <ac:spMkLst>
              <pc:docMk/>
              <pc:sldMasterMk cId="510618993" sldId="2147483821"/>
              <pc:sldLayoutMk cId="3540264775" sldId="2147483825"/>
              <ac:spMk id="3" creationId="{00000000-0000-0000-0000-000000000000}"/>
            </ac:spMkLst>
          </pc:spChg>
          <pc:spChg chg="mod">
            <ac:chgData name="1013 thirteen" userId="6a7f5d5c1ac90810" providerId="LiveId" clId="{80F4CA21-B2AE-4110-8F60-BD7EDB9D9943}" dt="2024-12-11T11:05:52.233" v="214"/>
            <ac:spMkLst>
              <pc:docMk/>
              <pc:sldMasterMk cId="510618993" sldId="2147483821"/>
              <pc:sldLayoutMk cId="3540264775" sldId="2147483825"/>
              <ac:spMk id="4" creationId="{00000000-0000-0000-0000-000000000000}"/>
            </ac:spMkLst>
          </pc:spChg>
        </pc:sldLayoutChg>
        <pc:sldLayoutChg chg="modSp">
          <pc:chgData name="1013 thirteen" userId="6a7f5d5c1ac90810" providerId="LiveId" clId="{80F4CA21-B2AE-4110-8F60-BD7EDB9D9943}" dt="2024-12-11T11:05:52.233" v="214"/>
          <pc:sldLayoutMkLst>
            <pc:docMk/>
            <pc:sldMasterMk cId="510618993" sldId="2147483821"/>
            <pc:sldLayoutMk cId="2927487679" sldId="2147483826"/>
          </pc:sldLayoutMkLst>
          <pc:spChg chg="mod">
            <ac:chgData name="1013 thirteen" userId="6a7f5d5c1ac90810" providerId="LiveId" clId="{80F4CA21-B2AE-4110-8F60-BD7EDB9D9943}" dt="2024-12-11T11:05:52.233" v="214"/>
            <ac:spMkLst>
              <pc:docMk/>
              <pc:sldMasterMk cId="510618993" sldId="2147483821"/>
              <pc:sldLayoutMk cId="2927487679" sldId="2147483826"/>
              <ac:spMk id="2" creationId="{00000000-0000-0000-0000-000000000000}"/>
            </ac:spMkLst>
          </pc:spChg>
          <pc:spChg chg="mod">
            <ac:chgData name="1013 thirteen" userId="6a7f5d5c1ac90810" providerId="LiveId" clId="{80F4CA21-B2AE-4110-8F60-BD7EDB9D9943}" dt="2024-12-11T11:05:52.233" v="214"/>
            <ac:spMkLst>
              <pc:docMk/>
              <pc:sldMasterMk cId="510618993" sldId="2147483821"/>
              <pc:sldLayoutMk cId="2927487679" sldId="2147483826"/>
              <ac:spMk id="3" creationId="{00000000-0000-0000-0000-000000000000}"/>
            </ac:spMkLst>
          </pc:spChg>
          <pc:spChg chg="mod">
            <ac:chgData name="1013 thirteen" userId="6a7f5d5c1ac90810" providerId="LiveId" clId="{80F4CA21-B2AE-4110-8F60-BD7EDB9D9943}" dt="2024-12-11T11:05:52.233" v="214"/>
            <ac:spMkLst>
              <pc:docMk/>
              <pc:sldMasterMk cId="510618993" sldId="2147483821"/>
              <pc:sldLayoutMk cId="2927487679" sldId="2147483826"/>
              <ac:spMk id="4" creationId="{00000000-0000-0000-0000-000000000000}"/>
            </ac:spMkLst>
          </pc:spChg>
          <pc:spChg chg="mod">
            <ac:chgData name="1013 thirteen" userId="6a7f5d5c1ac90810" providerId="LiveId" clId="{80F4CA21-B2AE-4110-8F60-BD7EDB9D9943}" dt="2024-12-11T11:05:52.233" v="214"/>
            <ac:spMkLst>
              <pc:docMk/>
              <pc:sldMasterMk cId="510618993" sldId="2147483821"/>
              <pc:sldLayoutMk cId="2927487679" sldId="2147483826"/>
              <ac:spMk id="5" creationId="{00000000-0000-0000-0000-000000000000}"/>
            </ac:spMkLst>
          </pc:spChg>
          <pc:spChg chg="mod">
            <ac:chgData name="1013 thirteen" userId="6a7f5d5c1ac90810" providerId="LiveId" clId="{80F4CA21-B2AE-4110-8F60-BD7EDB9D9943}" dt="2024-12-11T11:05:52.233" v="214"/>
            <ac:spMkLst>
              <pc:docMk/>
              <pc:sldMasterMk cId="510618993" sldId="2147483821"/>
              <pc:sldLayoutMk cId="2927487679" sldId="2147483826"/>
              <ac:spMk id="6" creationId="{00000000-0000-0000-0000-000000000000}"/>
            </ac:spMkLst>
          </pc:spChg>
        </pc:sldLayoutChg>
        <pc:sldLayoutChg chg="modSp">
          <pc:chgData name="1013 thirteen" userId="6a7f5d5c1ac90810" providerId="LiveId" clId="{80F4CA21-B2AE-4110-8F60-BD7EDB9D9943}" dt="2024-12-11T11:05:52.233" v="214"/>
          <pc:sldLayoutMkLst>
            <pc:docMk/>
            <pc:sldMasterMk cId="510618993" sldId="2147483821"/>
            <pc:sldLayoutMk cId="3684722057" sldId="2147483829"/>
          </pc:sldLayoutMkLst>
          <pc:spChg chg="mod">
            <ac:chgData name="1013 thirteen" userId="6a7f5d5c1ac90810" providerId="LiveId" clId="{80F4CA21-B2AE-4110-8F60-BD7EDB9D9943}" dt="2024-12-11T11:05:52.233" v="214"/>
            <ac:spMkLst>
              <pc:docMk/>
              <pc:sldMasterMk cId="510618993" sldId="2147483821"/>
              <pc:sldLayoutMk cId="3684722057" sldId="2147483829"/>
              <ac:spMk id="2" creationId="{00000000-0000-0000-0000-000000000000}"/>
            </ac:spMkLst>
          </pc:spChg>
          <pc:spChg chg="mod">
            <ac:chgData name="1013 thirteen" userId="6a7f5d5c1ac90810" providerId="LiveId" clId="{80F4CA21-B2AE-4110-8F60-BD7EDB9D9943}" dt="2024-12-11T11:05:52.233" v="214"/>
            <ac:spMkLst>
              <pc:docMk/>
              <pc:sldMasterMk cId="510618993" sldId="2147483821"/>
              <pc:sldLayoutMk cId="3684722057" sldId="2147483829"/>
              <ac:spMk id="3" creationId="{00000000-0000-0000-0000-000000000000}"/>
            </ac:spMkLst>
          </pc:spChg>
          <pc:spChg chg="mod">
            <ac:chgData name="1013 thirteen" userId="6a7f5d5c1ac90810" providerId="LiveId" clId="{80F4CA21-B2AE-4110-8F60-BD7EDB9D9943}" dt="2024-12-11T11:05:52.233" v="214"/>
            <ac:spMkLst>
              <pc:docMk/>
              <pc:sldMasterMk cId="510618993" sldId="2147483821"/>
              <pc:sldLayoutMk cId="3684722057" sldId="2147483829"/>
              <ac:spMk id="4" creationId="{00000000-0000-0000-0000-000000000000}"/>
            </ac:spMkLst>
          </pc:spChg>
        </pc:sldLayoutChg>
        <pc:sldLayoutChg chg="modSp">
          <pc:chgData name="1013 thirteen" userId="6a7f5d5c1ac90810" providerId="LiveId" clId="{80F4CA21-B2AE-4110-8F60-BD7EDB9D9943}" dt="2024-12-11T11:05:52.233" v="214"/>
          <pc:sldLayoutMkLst>
            <pc:docMk/>
            <pc:sldMasterMk cId="510618993" sldId="2147483821"/>
            <pc:sldLayoutMk cId="3711846163" sldId="2147483830"/>
          </pc:sldLayoutMkLst>
          <pc:spChg chg="mod">
            <ac:chgData name="1013 thirteen" userId="6a7f5d5c1ac90810" providerId="LiveId" clId="{80F4CA21-B2AE-4110-8F60-BD7EDB9D9943}" dt="2024-12-11T11:05:52.233" v="214"/>
            <ac:spMkLst>
              <pc:docMk/>
              <pc:sldMasterMk cId="510618993" sldId="2147483821"/>
              <pc:sldLayoutMk cId="3711846163" sldId="2147483830"/>
              <ac:spMk id="2" creationId="{00000000-0000-0000-0000-000000000000}"/>
            </ac:spMkLst>
          </pc:spChg>
          <pc:spChg chg="mod">
            <ac:chgData name="1013 thirteen" userId="6a7f5d5c1ac90810" providerId="LiveId" clId="{80F4CA21-B2AE-4110-8F60-BD7EDB9D9943}" dt="2024-12-11T11:05:52.233" v="214"/>
            <ac:spMkLst>
              <pc:docMk/>
              <pc:sldMasterMk cId="510618993" sldId="2147483821"/>
              <pc:sldLayoutMk cId="3711846163" sldId="2147483830"/>
              <ac:spMk id="3" creationId="{00000000-0000-0000-0000-000000000000}"/>
            </ac:spMkLst>
          </pc:spChg>
          <pc:spChg chg="mod">
            <ac:chgData name="1013 thirteen" userId="6a7f5d5c1ac90810" providerId="LiveId" clId="{80F4CA21-B2AE-4110-8F60-BD7EDB9D9943}" dt="2024-12-11T11:05:52.233" v="214"/>
            <ac:spMkLst>
              <pc:docMk/>
              <pc:sldMasterMk cId="510618993" sldId="2147483821"/>
              <pc:sldLayoutMk cId="3711846163" sldId="2147483830"/>
              <ac:spMk id="4" creationId="{00000000-0000-0000-0000-000000000000}"/>
            </ac:spMkLst>
          </pc:spChg>
        </pc:sldLayoutChg>
        <pc:sldLayoutChg chg="modSp">
          <pc:chgData name="1013 thirteen" userId="6a7f5d5c1ac90810" providerId="LiveId" clId="{80F4CA21-B2AE-4110-8F60-BD7EDB9D9943}" dt="2024-12-11T11:05:52.233" v="214"/>
          <pc:sldLayoutMkLst>
            <pc:docMk/>
            <pc:sldMasterMk cId="510618993" sldId="2147483821"/>
            <pc:sldLayoutMk cId="2324535661" sldId="2147483832"/>
          </pc:sldLayoutMkLst>
          <pc:spChg chg="mod">
            <ac:chgData name="1013 thirteen" userId="6a7f5d5c1ac90810" providerId="LiveId" clId="{80F4CA21-B2AE-4110-8F60-BD7EDB9D9943}" dt="2024-12-11T11:05:52.233" v="214"/>
            <ac:spMkLst>
              <pc:docMk/>
              <pc:sldMasterMk cId="510618993" sldId="2147483821"/>
              <pc:sldLayoutMk cId="2324535661" sldId="2147483832"/>
              <ac:spMk id="2" creationId="{00000000-0000-0000-0000-000000000000}"/>
            </ac:spMkLst>
          </pc:spChg>
          <pc:spChg chg="mod">
            <ac:chgData name="1013 thirteen" userId="6a7f5d5c1ac90810" providerId="LiveId" clId="{80F4CA21-B2AE-4110-8F60-BD7EDB9D9943}" dt="2024-12-11T11:05:52.233" v="214"/>
            <ac:spMkLst>
              <pc:docMk/>
              <pc:sldMasterMk cId="510618993" sldId="2147483821"/>
              <pc:sldLayoutMk cId="2324535661" sldId="2147483832"/>
              <ac:spMk id="3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B1420BEB-6248-B7FD-C2B8-FFBBA5D2CB2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5524F8C-8B8D-2555-DCC7-8C9D716A7C3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8F1D6F-78AB-4488-A37D-03B9D168213B}" type="datetimeFigureOut">
              <a:rPr kumimoji="1" lang="ja-JP" altLang="en-US" smtClean="0"/>
              <a:t>2024/12/11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7873464-2056-E0A7-13EB-6F83FB59C2B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CA4C080-C403-961B-58EE-4A0090B596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A744A-84A3-447D-93E3-7412C2776E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03224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1T11:33:45.9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8AF486-497E-4D44-81DC-9F47942281BA}" type="datetimeFigureOut">
              <a:rPr kumimoji="1" lang="ja-JP" altLang="en-US" smtClean="0"/>
              <a:t>2024/12/11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E64F6-D265-4B3E-8BA1-ABD9C95A39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5366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2E64F6-D265-4B3E-8BA1-ABD9C95A3946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63844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2E64F6-D265-4B3E-8BA1-ABD9C95A3946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759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55E5B-2017-4DA2-A04F-F01E2AD44BE5}" type="datetimeFigureOut">
              <a:rPr kumimoji="1" lang="ja-JP" altLang="en-US" smtClean="0"/>
              <a:t>2024/12/11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36EA2-74BA-40F2-A5B4-1AF6E751C4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3779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55E5B-2017-4DA2-A04F-F01E2AD44BE5}" type="datetimeFigureOut">
              <a:rPr kumimoji="1" lang="ja-JP" altLang="en-US" smtClean="0"/>
              <a:t>2024/12/11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36EA2-74BA-40F2-A5B4-1AF6E751C4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7018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55E5B-2017-4DA2-A04F-F01E2AD44BE5}" type="datetimeFigureOut">
              <a:rPr kumimoji="1" lang="ja-JP" altLang="en-US" smtClean="0"/>
              <a:t>2024/12/11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36EA2-74BA-40F2-A5B4-1AF6E751C4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3769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55E5B-2017-4DA2-A04F-F01E2AD44BE5}" type="datetimeFigureOut">
              <a:rPr kumimoji="1" lang="ja-JP" altLang="en-US" smtClean="0"/>
              <a:t>2024/12/11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36EA2-74BA-40F2-A5B4-1AF6E751C4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4101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55E5B-2017-4DA2-A04F-F01E2AD44BE5}" type="datetimeFigureOut">
              <a:rPr kumimoji="1" lang="ja-JP" altLang="en-US" smtClean="0"/>
              <a:t>2024/12/11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36EA2-74BA-40F2-A5B4-1AF6E751C4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0723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55E5B-2017-4DA2-A04F-F01E2AD44BE5}" type="datetimeFigureOut">
              <a:rPr kumimoji="1" lang="ja-JP" altLang="en-US" smtClean="0"/>
              <a:t>2024/12/11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36EA2-74BA-40F2-A5B4-1AF6E751C4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4554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55E5B-2017-4DA2-A04F-F01E2AD44BE5}" type="datetimeFigureOut">
              <a:rPr kumimoji="1" lang="ja-JP" altLang="en-US" smtClean="0"/>
              <a:t>2024/12/11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36EA2-74BA-40F2-A5B4-1AF6E751C4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9722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55E5B-2017-4DA2-A04F-F01E2AD44BE5}" type="datetimeFigureOut">
              <a:rPr kumimoji="1" lang="ja-JP" altLang="en-US" smtClean="0"/>
              <a:t>2024/12/11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36EA2-74BA-40F2-A5B4-1AF6E751C4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3014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55E5B-2017-4DA2-A04F-F01E2AD44BE5}" type="datetimeFigureOut">
              <a:rPr kumimoji="1" lang="ja-JP" altLang="en-US" smtClean="0"/>
              <a:t>2024/12/11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36EA2-74BA-40F2-A5B4-1AF6E751C4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207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55E5B-2017-4DA2-A04F-F01E2AD44BE5}" type="datetimeFigureOut">
              <a:rPr kumimoji="1" lang="ja-JP" altLang="en-US" smtClean="0"/>
              <a:t>2024/12/11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36EA2-74BA-40F2-A5B4-1AF6E751C4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7908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55E5B-2017-4DA2-A04F-F01E2AD44BE5}" type="datetimeFigureOut">
              <a:rPr kumimoji="1" lang="ja-JP" altLang="en-US" smtClean="0"/>
              <a:t>2024/12/11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36EA2-74BA-40F2-A5B4-1AF6E751C4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1627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355E5B-2017-4DA2-A04F-F01E2AD44BE5}" type="datetimeFigureOut">
              <a:rPr kumimoji="1" lang="ja-JP" altLang="en-US" smtClean="0"/>
              <a:t>2024/12/11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236EA2-74BA-40F2-A5B4-1AF6E751C4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8743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g"/><Relationship Id="rId7" Type="http://schemas.openxmlformats.org/officeDocument/2006/relationships/image" Target="../media/image7.sv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18" Type="http://schemas.openxmlformats.org/officeDocument/2006/relationships/image" Target="../media/image24.png"/><Relationship Id="rId3" Type="http://schemas.openxmlformats.org/officeDocument/2006/relationships/image" Target="../media/image2.jp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23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19" Type="http://schemas.openxmlformats.org/officeDocument/2006/relationships/image" Target="../media/image25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6.jp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7.png"/><Relationship Id="rId4" Type="http://schemas.openxmlformats.org/officeDocument/2006/relationships/customXml" Target="../ink/ink1.xml"/><Relationship Id="rId9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964213-0650-B31E-6C55-189C11F701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1392" y="3065318"/>
            <a:ext cx="3027251" cy="1790700"/>
          </a:xfrm>
        </p:spPr>
        <p:txBody>
          <a:bodyPr anchor="t">
            <a:normAutofit/>
          </a:bodyPr>
          <a:lstStyle/>
          <a:p>
            <a:pPr algn="l"/>
            <a:r>
              <a:rPr lang="en-US" altLang="ja-JP" sz="4050">
                <a:latin typeface="HGP明朝B" panose="02020800000000000000" pitchFamily="18" charset="-128"/>
                <a:ea typeface="HGP明朝B" panose="02020800000000000000" pitchFamily="18" charset="-128"/>
              </a:rPr>
              <a:t>4-4-2</a:t>
            </a:r>
            <a:r>
              <a:rPr lang="ja-JP" altLang="en-US" sz="4050">
                <a:latin typeface="HGP明朝B" panose="02020800000000000000" pitchFamily="18" charset="-128"/>
                <a:ea typeface="HGP明朝B" panose="02020800000000000000" pitchFamily="18" charset="-128"/>
              </a:rPr>
              <a:t>プレスの攻略法</a:t>
            </a:r>
            <a:endParaRPr lang="ja-JP" altLang="en-US" sz="4050" b="1">
              <a:latin typeface="HGP明朝B" panose="02020800000000000000" pitchFamily="18" charset="-128"/>
              <a:ea typeface="HGP明朝B" panose="02020800000000000000" pitchFamily="18" charset="-128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145996A-62F6-E99C-61C3-F8FF6CE9EE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1394" y="1572028"/>
            <a:ext cx="3027250" cy="1282387"/>
          </a:xfrm>
        </p:spPr>
        <p:txBody>
          <a:bodyPr anchor="b">
            <a:normAutofit/>
          </a:bodyPr>
          <a:lstStyle/>
          <a:p>
            <a:pPr algn="l"/>
            <a:r>
              <a:rPr lang="en-US" altLang="ja-JP" sz="1500"/>
              <a:t>【</a:t>
            </a:r>
            <a:r>
              <a:rPr lang="ja-JP" altLang="en-US" sz="1500"/>
              <a:t>選手伝達用</a:t>
            </a:r>
            <a:r>
              <a:rPr lang="en-US" altLang="ja-JP" sz="1500"/>
              <a:t>】</a:t>
            </a:r>
            <a:endParaRPr lang="ja-JP" altLang="en-US" sz="1500"/>
          </a:p>
        </p:txBody>
      </p:sp>
      <p:pic>
        <p:nvPicPr>
          <p:cNvPr id="5" name="図 4" descr="座る が含まれている画像">
            <a:extLst>
              <a:ext uri="{FF2B5EF4-FFF2-40B4-BE49-F238E27FC236}">
                <a16:creationId xmlns:a16="http://schemas.microsoft.com/office/drawing/2014/main" id="{9F24DD8D-EC40-D8EA-BEB7-A52075E6C2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131" y="2368967"/>
            <a:ext cx="4152001" cy="2076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543037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7B1A8C-DC3A-7F66-CD42-E15B533C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5143"/>
            <a:ext cx="7429499" cy="1428750"/>
          </a:xfrm>
        </p:spPr>
        <p:txBody>
          <a:bodyPr/>
          <a:lstStyle/>
          <a:p>
            <a:r>
              <a:rPr kumimoji="1" lang="ja-JP" altLang="en-US" dirty="0">
                <a:latin typeface="HGP明朝B" panose="02020800000000000000" pitchFamily="18" charset="-128"/>
                <a:ea typeface="HGP明朝B" panose="02020800000000000000" pitchFamily="18" charset="-128"/>
              </a:rPr>
              <a:t>＜</a:t>
            </a:r>
            <a:r>
              <a:rPr kumimoji="1" lang="en-US" altLang="ja-JP" dirty="0">
                <a:solidFill>
                  <a:srgbClr val="00B0F0"/>
                </a:solidFill>
                <a:latin typeface="HGP明朝B" panose="02020800000000000000" pitchFamily="18" charset="-128"/>
                <a:ea typeface="HGP明朝B" panose="02020800000000000000" pitchFamily="18" charset="-128"/>
              </a:rPr>
              <a:t>4-4-2</a:t>
            </a:r>
            <a:r>
              <a:rPr kumimoji="1" lang="ja-JP" altLang="en-US" dirty="0">
                <a:latin typeface="HGP明朝B" panose="02020800000000000000" pitchFamily="18" charset="-128"/>
                <a:ea typeface="HGP明朝B" panose="02020800000000000000" pitchFamily="18" charset="-128"/>
              </a:rPr>
              <a:t>プレスの攻略法①＞</a:t>
            </a:r>
          </a:p>
        </p:txBody>
      </p:sp>
      <p:pic>
        <p:nvPicPr>
          <p:cNvPr id="14" name="コンテンツ プレースホルダー 13" descr="背景パターン&#10;&#10;中程度の精度で自動的に生成された説明">
            <a:extLst>
              <a:ext uri="{FF2B5EF4-FFF2-40B4-BE49-F238E27FC236}">
                <a16:creationId xmlns:a16="http://schemas.microsoft.com/office/drawing/2014/main" id="{B8160094-88F6-EEE0-C7E8-5193A4B021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79" t="5214" r="17630" b="5151"/>
          <a:stretch/>
        </p:blipFill>
        <p:spPr>
          <a:xfrm>
            <a:off x="7356351" y="2349714"/>
            <a:ext cx="1609343" cy="1572768"/>
          </a:xfr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284F2C1-7466-16AE-45C1-9BC4B3CD5B44}"/>
              </a:ext>
            </a:extLst>
          </p:cNvPr>
          <p:cNvSpPr txBox="1"/>
          <p:nvPr/>
        </p:nvSpPr>
        <p:spPr>
          <a:xfrm>
            <a:off x="1901122" y="1310230"/>
            <a:ext cx="64008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100" dirty="0">
                <a:highlight>
                  <a:srgbClr val="FFFF00"/>
                </a:highlight>
                <a:latin typeface="HGP明朝B" panose="02020800000000000000" pitchFamily="18" charset="-128"/>
                <a:ea typeface="HGP明朝B" panose="02020800000000000000" pitchFamily="18" charset="-128"/>
              </a:rPr>
              <a:t>３</a:t>
            </a:r>
            <a:r>
              <a:rPr kumimoji="1" lang="en-US" altLang="ja-JP" sz="2100" dirty="0">
                <a:highlight>
                  <a:srgbClr val="FFFF00"/>
                </a:highlight>
                <a:latin typeface="HGP明朝B" panose="02020800000000000000" pitchFamily="18" charset="-128"/>
                <a:ea typeface="HGP明朝B" panose="02020800000000000000" pitchFamily="18" charset="-128"/>
              </a:rPr>
              <a:t>CB</a:t>
            </a:r>
            <a:r>
              <a:rPr kumimoji="1" lang="ja-JP" altLang="en-US" sz="2100" dirty="0">
                <a:highlight>
                  <a:srgbClr val="FFFF00"/>
                </a:highlight>
                <a:latin typeface="HGP明朝B" panose="02020800000000000000" pitchFamily="18" charset="-128"/>
                <a:ea typeface="HGP明朝B" panose="02020800000000000000" pitchFamily="18" charset="-128"/>
              </a:rPr>
              <a:t>による中盤ボトムを利用したビルドアップ。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A10CC7A-7FC1-445D-E514-B7CEDEA31B7F}"/>
              </a:ext>
            </a:extLst>
          </p:cNvPr>
          <p:cNvSpPr txBox="1"/>
          <p:nvPr/>
        </p:nvSpPr>
        <p:spPr>
          <a:xfrm>
            <a:off x="1938528" y="2511549"/>
            <a:ext cx="64008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100" dirty="0">
                <a:latin typeface="HGP明朝B" panose="02020800000000000000" pitchFamily="18" charset="-128"/>
                <a:ea typeface="HGP明朝B" panose="02020800000000000000" pitchFamily="18" charset="-128"/>
              </a:rPr>
              <a:t>A</a:t>
            </a:r>
            <a:r>
              <a:rPr kumimoji="1" lang="ja-JP" altLang="en-US" sz="2100" dirty="0">
                <a:latin typeface="HGP明朝B" panose="02020800000000000000" pitchFamily="18" charset="-128"/>
                <a:ea typeface="HGP明朝B" panose="02020800000000000000" pitchFamily="18" charset="-128"/>
              </a:rPr>
              <a:t>：中盤ボトムのスペース（右図黄色のボックス）。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BCD9FD3-426C-2DB8-487A-8E3A12C92F58}"/>
              </a:ext>
            </a:extLst>
          </p:cNvPr>
          <p:cNvSpPr txBox="1"/>
          <p:nvPr/>
        </p:nvSpPr>
        <p:spPr>
          <a:xfrm>
            <a:off x="1938528" y="3582643"/>
            <a:ext cx="653967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defRPr/>
            </a:pPr>
            <a:r>
              <a:rPr kumimoji="1" lang="en-US" altLang="ja-JP" sz="2100" dirty="0">
                <a:latin typeface="HGP明朝B" panose="02020800000000000000" pitchFamily="18" charset="-128"/>
                <a:ea typeface="HGP明朝B" panose="02020800000000000000" pitchFamily="18" charset="-128"/>
              </a:rPr>
              <a:t>B</a:t>
            </a:r>
            <a:r>
              <a:rPr kumimoji="1" lang="ja-JP" altLang="en-US" sz="2100" dirty="0">
                <a:latin typeface="HGP明朝B" panose="02020800000000000000" pitchFamily="18" charset="-128"/>
                <a:ea typeface="HGP明朝B" panose="02020800000000000000" pitchFamily="18" charset="-128"/>
              </a:rPr>
              <a:t>：ハーフスペース（左図黄色のボックス）</a:t>
            </a:r>
            <a:endParaRPr kumimoji="1" lang="en-US" altLang="ja-JP" sz="2100" dirty="0">
              <a:latin typeface="HGP明朝B" panose="02020800000000000000" pitchFamily="18" charset="-128"/>
              <a:ea typeface="HGP明朝B" panose="02020800000000000000" pitchFamily="18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3F0D2FE-D919-BE3D-19BF-5A1703E8B011}"/>
              </a:ext>
            </a:extLst>
          </p:cNvPr>
          <p:cNvSpPr txBox="1"/>
          <p:nvPr/>
        </p:nvSpPr>
        <p:spPr>
          <a:xfrm>
            <a:off x="2118353" y="5299316"/>
            <a:ext cx="5195363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defRPr/>
            </a:pPr>
            <a:r>
              <a:rPr kumimoji="1" lang="ja-JP" altLang="en-US" sz="2100" dirty="0">
                <a:latin typeface="HGP明朝B" panose="02020800000000000000" pitchFamily="18" charset="-128"/>
                <a:ea typeface="HGP明朝B" panose="02020800000000000000" pitchFamily="18" charset="-128"/>
              </a:rPr>
              <a:t>・サイドへのスライド</a:t>
            </a:r>
            <a:endParaRPr kumimoji="1" lang="en-US" altLang="ja-JP" sz="2100" dirty="0">
              <a:latin typeface="HGP明朝B" panose="02020800000000000000" pitchFamily="18" charset="-128"/>
              <a:ea typeface="HGP明朝B" panose="02020800000000000000" pitchFamily="18" charset="-128"/>
            </a:endParaRPr>
          </a:p>
          <a:p>
            <a:pPr defTabSz="342900">
              <a:defRPr/>
            </a:pPr>
            <a:br>
              <a:rPr kumimoji="1" lang="en-US" altLang="ja-JP" sz="2100" dirty="0">
                <a:latin typeface="HGP明朝B" panose="02020800000000000000" pitchFamily="18" charset="-128"/>
                <a:ea typeface="HGP明朝B" panose="02020800000000000000" pitchFamily="18" charset="-128"/>
              </a:rPr>
            </a:br>
            <a:r>
              <a:rPr kumimoji="1" lang="ja-JP" altLang="en-US" sz="2100" dirty="0">
                <a:latin typeface="HGP明朝B" panose="02020800000000000000" pitchFamily="18" charset="-128"/>
                <a:ea typeface="HGP明朝B" panose="02020800000000000000" pitchFamily="18" charset="-128"/>
              </a:rPr>
              <a:t>☛サイド攻撃に固執するとプレスを受けやすい</a:t>
            </a:r>
            <a:r>
              <a:rPr kumimoji="1" lang="ja-JP" altLang="en-US" sz="2100" dirty="0">
                <a:solidFill>
                  <a:prstClr val="white"/>
                </a:solidFill>
                <a:latin typeface="HGP明朝B" panose="02020800000000000000" pitchFamily="18" charset="-128"/>
                <a:ea typeface="HGP明朝B" panose="02020800000000000000" pitchFamily="18" charset="-128"/>
              </a:rPr>
              <a:t>。</a:t>
            </a:r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7A2FB63D-DD78-225E-82C4-8F3EBBC032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37" t="397" r="15423" b="926"/>
          <a:stretch/>
        </p:blipFill>
        <p:spPr>
          <a:xfrm>
            <a:off x="178306" y="2972901"/>
            <a:ext cx="1660861" cy="1520258"/>
          </a:xfrm>
          <a:prstGeom prst="rect">
            <a:avLst/>
          </a:prstGeom>
        </p:spPr>
      </p:pic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5018BA69-566B-D144-D9F4-C1B0D4B14C26}"/>
              </a:ext>
            </a:extLst>
          </p:cNvPr>
          <p:cNvCxnSpPr/>
          <p:nvPr/>
        </p:nvCxnSpPr>
        <p:spPr>
          <a:xfrm>
            <a:off x="85725" y="1980248"/>
            <a:ext cx="89925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F549592C-77C4-5589-38E7-87BD2419EF5B}"/>
              </a:ext>
            </a:extLst>
          </p:cNvPr>
          <p:cNvCxnSpPr/>
          <p:nvPr/>
        </p:nvCxnSpPr>
        <p:spPr>
          <a:xfrm>
            <a:off x="75724" y="4783962"/>
            <a:ext cx="89925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0" name="グラフィックス 19" descr="戻る 単色塗りつぶし">
            <a:extLst>
              <a:ext uri="{FF2B5EF4-FFF2-40B4-BE49-F238E27FC236}">
                <a16:creationId xmlns:a16="http://schemas.microsoft.com/office/drawing/2014/main" id="{443A7783-6341-C45E-9A6E-620BCA790A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6461760" y="2903964"/>
            <a:ext cx="685800" cy="685800"/>
          </a:xfrm>
          <a:prstGeom prst="rect">
            <a:avLst/>
          </a:prstGeom>
        </p:spPr>
      </p:pic>
      <p:pic>
        <p:nvPicPr>
          <p:cNvPr id="22" name="グラフィックス 21" descr="戻る 単色塗りつぶし">
            <a:extLst>
              <a:ext uri="{FF2B5EF4-FFF2-40B4-BE49-F238E27FC236}">
                <a16:creationId xmlns:a16="http://schemas.microsoft.com/office/drawing/2014/main" id="{DF4AA764-0647-8C0D-8F2C-CEC8E690A4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2118354" y="3900142"/>
            <a:ext cx="685800" cy="685800"/>
          </a:xfrm>
          <a:prstGeom prst="rect">
            <a:avLst/>
          </a:prstGeom>
        </p:spPr>
      </p:pic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57B7D8DF-5174-DE7D-3880-747C8C2D9BBE}"/>
              </a:ext>
            </a:extLst>
          </p:cNvPr>
          <p:cNvGrpSpPr/>
          <p:nvPr/>
        </p:nvGrpSpPr>
        <p:grpSpPr>
          <a:xfrm>
            <a:off x="428728" y="1349425"/>
            <a:ext cx="1272670" cy="415498"/>
            <a:chOff x="665858" y="1426111"/>
            <a:chExt cx="1272670" cy="415498"/>
          </a:xfrm>
        </p:grpSpPr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168C157F-EE2E-88E8-3D53-28FE5E3222A6}"/>
                </a:ext>
              </a:extLst>
            </p:cNvPr>
            <p:cNvSpPr txBox="1"/>
            <p:nvPr/>
          </p:nvSpPr>
          <p:spPr>
            <a:xfrm>
              <a:off x="1008736" y="1459063"/>
              <a:ext cx="929792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ja-JP" altLang="en-US" sz="1500" b="1" dirty="0">
                  <a:solidFill>
                    <a:srgbClr val="FF0000"/>
                  </a:solidFill>
                  <a:latin typeface="HGP明朝B" panose="02020800000000000000" pitchFamily="18" charset="-128"/>
                  <a:ea typeface="HGP明朝B" panose="02020800000000000000" pitchFamily="18" charset="-128"/>
                </a:rPr>
                <a:t>合言葉</a:t>
              </a:r>
              <a:r>
                <a:rPr kumimoji="1" lang="ja-JP" altLang="en-US" sz="1500" dirty="0">
                  <a:latin typeface="HGP明朝B" panose="02020800000000000000" pitchFamily="18" charset="-128"/>
                  <a:ea typeface="HGP明朝B" panose="02020800000000000000" pitchFamily="18" charset="-128"/>
                </a:rPr>
                <a:t>　</a:t>
              </a:r>
            </a:p>
          </p:txBody>
        </p:sp>
        <p:pic>
          <p:nvPicPr>
            <p:cNvPr id="7" name="グラフィックス 6" descr="星 単色塗りつぶし">
              <a:extLst>
                <a:ext uri="{FF2B5EF4-FFF2-40B4-BE49-F238E27FC236}">
                  <a16:creationId xmlns:a16="http://schemas.microsoft.com/office/drawing/2014/main" id="{9335EBB0-69C5-1941-54CD-BE362B1D741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15269" y="1458963"/>
              <a:ext cx="349795" cy="349795"/>
            </a:xfrm>
            <a:prstGeom prst="rect">
              <a:avLst/>
            </a:prstGeom>
          </p:spPr>
        </p:pic>
        <p:sp>
          <p:nvSpPr>
            <p:cNvPr id="24" name="四角形: 角を丸くする 23">
              <a:extLst>
                <a:ext uri="{FF2B5EF4-FFF2-40B4-BE49-F238E27FC236}">
                  <a16:creationId xmlns:a16="http://schemas.microsoft.com/office/drawing/2014/main" id="{2BFC765D-1CE9-DA48-292C-FE381AF5422E}"/>
                </a:ext>
              </a:extLst>
            </p:cNvPr>
            <p:cNvSpPr/>
            <p:nvPr/>
          </p:nvSpPr>
          <p:spPr>
            <a:xfrm>
              <a:off x="665858" y="1426111"/>
              <a:ext cx="1152525" cy="41549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DB576AC-A21C-76E9-6338-EC404B7274BD}"/>
              </a:ext>
            </a:extLst>
          </p:cNvPr>
          <p:cNvGrpSpPr/>
          <p:nvPr/>
        </p:nvGrpSpPr>
        <p:grpSpPr>
          <a:xfrm>
            <a:off x="188832" y="2194268"/>
            <a:ext cx="1752463" cy="378276"/>
            <a:chOff x="365890" y="2099561"/>
            <a:chExt cx="1752463" cy="378276"/>
          </a:xfrm>
        </p:grpSpPr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E3F5758E-0EE3-B74A-89B2-763FE9B4C6A0}"/>
                </a:ext>
              </a:extLst>
            </p:cNvPr>
            <p:cNvSpPr txBox="1"/>
            <p:nvPr/>
          </p:nvSpPr>
          <p:spPr>
            <a:xfrm>
              <a:off x="365890" y="2128748"/>
              <a:ext cx="175246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500" b="1" dirty="0">
                  <a:latin typeface="HGP明朝B" panose="02020800000000000000" pitchFamily="18" charset="-128"/>
                  <a:ea typeface="HGP明朝B" panose="02020800000000000000" pitchFamily="18" charset="-128"/>
                </a:rPr>
                <a:t>4-4-2</a:t>
              </a:r>
              <a:r>
                <a:rPr kumimoji="1" lang="ja-JP" altLang="en-US" sz="1500" b="1" dirty="0">
                  <a:latin typeface="HGP明朝B" panose="02020800000000000000" pitchFamily="18" charset="-128"/>
                  <a:ea typeface="HGP明朝B" panose="02020800000000000000" pitchFamily="18" charset="-128"/>
                </a:rPr>
                <a:t>プレスの</a:t>
              </a:r>
              <a:r>
                <a:rPr kumimoji="1" lang="ja-JP" altLang="en-US" sz="15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HGP明朝B" panose="02020800000000000000" pitchFamily="18" charset="-128"/>
                  <a:ea typeface="HGP明朝B" panose="02020800000000000000" pitchFamily="18" charset="-128"/>
                </a:rPr>
                <a:t>弱点</a:t>
              </a:r>
              <a:endParaRPr kumimoji="1" lang="ja-JP" altLang="en-US" sz="1500" b="1" dirty="0">
                <a:latin typeface="HGP明朝B" panose="02020800000000000000" pitchFamily="18" charset="-128"/>
                <a:ea typeface="HGP明朝B" panose="02020800000000000000" pitchFamily="18" charset="-128"/>
              </a:endParaRPr>
            </a:p>
          </p:txBody>
        </p:sp>
        <p:sp>
          <p:nvSpPr>
            <p:cNvPr id="26" name="四角形: 角を丸くする 25">
              <a:extLst>
                <a:ext uri="{FF2B5EF4-FFF2-40B4-BE49-F238E27FC236}">
                  <a16:creationId xmlns:a16="http://schemas.microsoft.com/office/drawing/2014/main" id="{023E04AD-03B7-A2E1-2181-6FF3F5D86FAD}"/>
                </a:ext>
              </a:extLst>
            </p:cNvPr>
            <p:cNvSpPr/>
            <p:nvPr/>
          </p:nvSpPr>
          <p:spPr>
            <a:xfrm>
              <a:off x="365890" y="2099561"/>
              <a:ext cx="1660861" cy="378276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B19DAF44-1F70-2C0A-AACB-98C3E8955D38}"/>
              </a:ext>
            </a:extLst>
          </p:cNvPr>
          <p:cNvGrpSpPr/>
          <p:nvPr/>
        </p:nvGrpSpPr>
        <p:grpSpPr>
          <a:xfrm>
            <a:off x="188832" y="5138465"/>
            <a:ext cx="1752463" cy="370110"/>
            <a:chOff x="365888" y="4993261"/>
            <a:chExt cx="1752463" cy="370110"/>
          </a:xfrm>
        </p:grpSpPr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F838DED1-E4BE-C876-1CB2-2B2C8F008115}"/>
                </a:ext>
              </a:extLst>
            </p:cNvPr>
            <p:cNvSpPr txBox="1"/>
            <p:nvPr/>
          </p:nvSpPr>
          <p:spPr>
            <a:xfrm>
              <a:off x="365890" y="5016734"/>
              <a:ext cx="1752461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342900">
                <a:defRPr/>
              </a:pPr>
              <a:r>
                <a:rPr kumimoji="1" lang="en-US" altLang="ja-JP" sz="1500" b="1" dirty="0">
                  <a:latin typeface="HGP明朝B" panose="02020800000000000000" pitchFamily="18" charset="-128"/>
                  <a:ea typeface="HGP明朝B" panose="02020800000000000000" pitchFamily="18" charset="-128"/>
                </a:rPr>
                <a:t>4-4-2</a:t>
              </a:r>
              <a:r>
                <a:rPr kumimoji="1" lang="ja-JP" altLang="en-US" sz="1500" b="1" dirty="0">
                  <a:latin typeface="HGP明朝B" panose="02020800000000000000" pitchFamily="18" charset="-128"/>
                  <a:ea typeface="HGP明朝B" panose="02020800000000000000" pitchFamily="18" charset="-128"/>
                </a:rPr>
                <a:t>プレスの</a:t>
              </a:r>
              <a:r>
                <a:rPr kumimoji="1" lang="ja-JP" altLang="en-US" sz="1500" b="1" dirty="0">
                  <a:solidFill>
                    <a:srgbClr val="FF0000"/>
                  </a:solidFill>
                  <a:latin typeface="HGP明朝B" panose="02020800000000000000" pitchFamily="18" charset="-128"/>
                  <a:ea typeface="HGP明朝B" panose="02020800000000000000" pitchFamily="18" charset="-128"/>
                </a:rPr>
                <a:t>強点</a:t>
              </a:r>
              <a:r>
                <a:rPr kumimoji="1" lang="ja-JP" altLang="en-US" sz="1500" b="1" dirty="0">
                  <a:latin typeface="HGP明朝B" panose="02020800000000000000" pitchFamily="18" charset="-128"/>
                  <a:ea typeface="HGP明朝B" panose="02020800000000000000" pitchFamily="18" charset="-128"/>
                </a:rPr>
                <a:t>　</a:t>
              </a:r>
            </a:p>
          </p:txBody>
        </p:sp>
        <p:sp>
          <p:nvSpPr>
            <p:cNvPr id="28" name="四角形: 角を丸くする 27">
              <a:extLst>
                <a:ext uri="{FF2B5EF4-FFF2-40B4-BE49-F238E27FC236}">
                  <a16:creationId xmlns:a16="http://schemas.microsoft.com/office/drawing/2014/main" id="{CB6DFB7D-E771-B3D0-00E6-7FDB9AA41F3E}"/>
                </a:ext>
              </a:extLst>
            </p:cNvPr>
            <p:cNvSpPr/>
            <p:nvPr/>
          </p:nvSpPr>
          <p:spPr>
            <a:xfrm>
              <a:off x="365888" y="4993261"/>
              <a:ext cx="1662937" cy="37011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34266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D158AB-751A-D3A6-0678-6F43A6D14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25" y="165892"/>
            <a:ext cx="7429499" cy="1428750"/>
          </a:xfrm>
        </p:spPr>
        <p:txBody>
          <a:bodyPr/>
          <a:lstStyle/>
          <a:p>
            <a:r>
              <a:rPr kumimoji="1" lang="ja-JP" altLang="en-US" dirty="0">
                <a:latin typeface="HGP明朝B" panose="02020800000000000000" pitchFamily="18" charset="-128"/>
                <a:ea typeface="HGP明朝B" panose="02020800000000000000" pitchFamily="18" charset="-128"/>
              </a:rPr>
              <a:t>＜</a:t>
            </a:r>
            <a:r>
              <a:rPr kumimoji="1" lang="en-US" altLang="ja-JP" dirty="0">
                <a:solidFill>
                  <a:srgbClr val="00B0F0"/>
                </a:solidFill>
                <a:latin typeface="HGP明朝B" panose="02020800000000000000" pitchFamily="18" charset="-128"/>
                <a:ea typeface="HGP明朝B" panose="02020800000000000000" pitchFamily="18" charset="-128"/>
              </a:rPr>
              <a:t>4-4-2</a:t>
            </a:r>
            <a:r>
              <a:rPr kumimoji="1" lang="ja-JP" altLang="en-US" dirty="0">
                <a:latin typeface="HGP明朝B" panose="02020800000000000000" pitchFamily="18" charset="-128"/>
                <a:ea typeface="HGP明朝B" panose="02020800000000000000" pitchFamily="18" charset="-128"/>
              </a:rPr>
              <a:t>プレスの攻略法②＞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19E6216-6800-FE69-D465-AA02329EAC1F}"/>
              </a:ext>
            </a:extLst>
          </p:cNvPr>
          <p:cNvSpPr txBox="1"/>
          <p:nvPr/>
        </p:nvSpPr>
        <p:spPr>
          <a:xfrm>
            <a:off x="2812715" y="1392938"/>
            <a:ext cx="630578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defRPr/>
            </a:pPr>
            <a:r>
              <a:rPr kumimoji="1" lang="ja-JP" altLang="en-US" sz="1500" b="1" dirty="0">
                <a:latin typeface="HGP明朝B" panose="02020800000000000000" pitchFamily="18" charset="-128"/>
                <a:ea typeface="HGP明朝B" panose="02020800000000000000" pitchFamily="18" charset="-128"/>
              </a:rPr>
              <a:t>・　ビルドアップ初期（ゴールキック直後やキーパーへのバックパス後）に使用。</a:t>
            </a:r>
            <a:r>
              <a:rPr kumimoji="1" lang="ja-JP" altLang="en-US" sz="1500" b="1" dirty="0">
                <a:solidFill>
                  <a:prstClr val="white"/>
                </a:solidFill>
                <a:latin typeface="HGP明朝B" panose="02020800000000000000" pitchFamily="18" charset="-128"/>
                <a:ea typeface="HGP明朝B" panose="02020800000000000000" pitchFamily="18" charset="-128"/>
              </a:rPr>
              <a:t>。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1A67D5A-711A-2491-2237-2827F7D6806F}"/>
              </a:ext>
            </a:extLst>
          </p:cNvPr>
          <p:cNvSpPr txBox="1"/>
          <p:nvPr/>
        </p:nvSpPr>
        <p:spPr>
          <a:xfrm>
            <a:off x="4352244" y="3236848"/>
            <a:ext cx="46687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1500" b="1" dirty="0">
                <a:latin typeface="HGP明朝B" panose="02020800000000000000" pitchFamily="18" charset="-128"/>
                <a:ea typeface="HGP明朝B" panose="02020800000000000000" pitchFamily="18" charset="-128"/>
              </a:rPr>
              <a:t>①</a:t>
            </a:r>
            <a:r>
              <a:rPr kumimoji="1" lang="en-US" altLang="ja-JP" sz="1500" b="1" dirty="0">
                <a:latin typeface="HGP明朝B" panose="02020800000000000000" pitchFamily="18" charset="-128"/>
                <a:ea typeface="HGP明朝B" panose="02020800000000000000" pitchFamily="18" charset="-128"/>
              </a:rPr>
              <a:t>GK</a:t>
            </a:r>
            <a:r>
              <a:rPr kumimoji="1" lang="ja-JP" altLang="en-US" sz="1500" b="1" dirty="0">
                <a:latin typeface="HGP明朝B" panose="02020800000000000000" pitchFamily="18" charset="-128"/>
                <a:ea typeface="HGP明朝B" panose="02020800000000000000" pitchFamily="18" charset="-128"/>
              </a:rPr>
              <a:t>から直接、中盤ボトム（黄色）につける。</a:t>
            </a:r>
            <a:br>
              <a:rPr kumimoji="1" lang="en-US" altLang="ja-JP" sz="1500" b="1" dirty="0">
                <a:solidFill>
                  <a:prstClr val="white"/>
                </a:solidFill>
                <a:latin typeface="HGP明朝B" panose="02020800000000000000" pitchFamily="18" charset="-128"/>
                <a:ea typeface="HGP明朝B" panose="02020800000000000000" pitchFamily="18" charset="-128"/>
              </a:rPr>
            </a:br>
            <a:r>
              <a:rPr kumimoji="1" lang="en-US" altLang="ja-JP" sz="1500" b="1" dirty="0">
                <a:solidFill>
                  <a:prstClr val="white"/>
                </a:solidFill>
                <a:latin typeface="HGP明朝B" panose="02020800000000000000" pitchFamily="18" charset="-128"/>
                <a:ea typeface="HGP明朝B" panose="02020800000000000000" pitchFamily="18" charset="-128"/>
              </a:rPr>
              <a:t>	</a:t>
            </a:r>
            <a:r>
              <a:rPr kumimoji="1" lang="en-US" altLang="ja-JP" sz="1500" b="1" dirty="0">
                <a:latin typeface="HGP明朝B" panose="02020800000000000000" pitchFamily="18" charset="-128"/>
                <a:ea typeface="HGP明朝B" panose="02020800000000000000" pitchFamily="18" charset="-128"/>
              </a:rPr>
              <a:t>	</a:t>
            </a:r>
            <a:br>
              <a:rPr kumimoji="1" lang="en-US" altLang="ja-JP" sz="1500" b="1" dirty="0">
                <a:latin typeface="HGP明朝B" panose="02020800000000000000" pitchFamily="18" charset="-128"/>
                <a:ea typeface="HGP明朝B" panose="02020800000000000000" pitchFamily="18" charset="-128"/>
              </a:rPr>
            </a:br>
            <a:r>
              <a:rPr kumimoji="1" lang="ja-JP" altLang="en-US" sz="1500" b="1" dirty="0">
                <a:latin typeface="HGP明朝B" panose="02020800000000000000" pitchFamily="18" charset="-128"/>
                <a:ea typeface="HGP明朝B" panose="02020800000000000000" pitchFamily="18" charset="-128"/>
              </a:rPr>
              <a:t>②</a:t>
            </a:r>
            <a:r>
              <a:rPr kumimoji="1" lang="en-US" altLang="ja-JP" sz="1500" b="1" dirty="0">
                <a:latin typeface="HGP明朝B" panose="02020800000000000000" pitchFamily="18" charset="-128"/>
                <a:ea typeface="HGP明朝B" panose="02020800000000000000" pitchFamily="18" charset="-128"/>
              </a:rPr>
              <a:t>CB</a:t>
            </a:r>
            <a:r>
              <a:rPr kumimoji="1" lang="ja-JP" altLang="en-US" sz="1500" b="1" dirty="0">
                <a:latin typeface="HGP明朝B" panose="02020800000000000000" pitchFamily="18" charset="-128"/>
                <a:ea typeface="HGP明朝B" panose="02020800000000000000" pitchFamily="18" charset="-128"/>
              </a:rPr>
              <a:t>から直接、または</a:t>
            </a:r>
            <a:r>
              <a:rPr kumimoji="1" lang="en-US" altLang="ja-JP" sz="1500" b="1" dirty="0">
                <a:latin typeface="HGP明朝B" panose="02020800000000000000" pitchFamily="18" charset="-128"/>
                <a:ea typeface="HGP明朝B" panose="02020800000000000000" pitchFamily="18" charset="-128"/>
              </a:rPr>
              <a:t>MF</a:t>
            </a:r>
            <a:r>
              <a:rPr kumimoji="1" lang="ja-JP" altLang="en-US" sz="1500" b="1" dirty="0">
                <a:latin typeface="HGP明朝B" panose="02020800000000000000" pitchFamily="18" charset="-128"/>
                <a:ea typeface="HGP明朝B" panose="02020800000000000000" pitchFamily="18" charset="-128"/>
              </a:rPr>
              <a:t>を経由して</a:t>
            </a:r>
            <a:r>
              <a:rPr kumimoji="1" lang="ja-JP" altLang="en-US" sz="1350" b="1" dirty="0">
                <a:latin typeface="HGP明朝B" panose="02020800000000000000" pitchFamily="18" charset="-128"/>
                <a:ea typeface="HGP明朝B" panose="02020800000000000000" pitchFamily="18" charset="-128"/>
              </a:rPr>
              <a:t>中盤ボトム（黄色）につける。</a:t>
            </a:r>
            <a:br>
              <a:rPr kumimoji="1" lang="en-US" altLang="ja-JP" sz="1350" b="1" dirty="0">
                <a:latin typeface="HGP明朝B" panose="02020800000000000000" pitchFamily="18" charset="-128"/>
                <a:ea typeface="HGP明朝B" panose="02020800000000000000" pitchFamily="18" charset="-128"/>
              </a:rPr>
            </a:br>
            <a:endParaRPr lang="ja-JP" altLang="en-US" sz="1350" b="1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B0F4A88D-FB5A-00EA-1064-7615DFF3935E}"/>
              </a:ext>
            </a:extLst>
          </p:cNvPr>
          <p:cNvSpPr txBox="1"/>
          <p:nvPr/>
        </p:nvSpPr>
        <p:spPr>
          <a:xfrm>
            <a:off x="4352244" y="4937491"/>
            <a:ext cx="4750035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1500" b="1" dirty="0">
                <a:latin typeface="HGP明朝B" panose="02020800000000000000" pitchFamily="18" charset="-128"/>
                <a:ea typeface="HGP明朝B" panose="02020800000000000000" pitchFamily="18" charset="-128"/>
              </a:rPr>
              <a:t>・中盤ボトム（黄色）が、前進するためのパスコースが一番</a:t>
            </a:r>
            <a:endParaRPr kumimoji="1" lang="en-US" altLang="ja-JP" sz="1500" b="1" dirty="0">
              <a:latin typeface="HGP明朝B" panose="02020800000000000000" pitchFamily="18" charset="-128"/>
              <a:ea typeface="HGP明朝B" panose="02020800000000000000" pitchFamily="18" charset="-128"/>
            </a:endParaRPr>
          </a:p>
          <a:p>
            <a:r>
              <a:rPr kumimoji="1" lang="ja-JP" altLang="en-US" sz="1500" b="1" dirty="0">
                <a:latin typeface="HGP明朝B" panose="02020800000000000000" pitchFamily="18" charset="-128"/>
                <a:ea typeface="HGP明朝B" panose="02020800000000000000" pitchFamily="18" charset="-128"/>
              </a:rPr>
              <a:t>多いから。</a:t>
            </a:r>
            <a:endParaRPr kumimoji="1" lang="en-US" altLang="ja-JP" sz="1500" b="1" dirty="0">
              <a:latin typeface="HGP明朝B" panose="02020800000000000000" pitchFamily="18" charset="-128"/>
              <a:ea typeface="HGP明朝B" panose="02020800000000000000" pitchFamily="18" charset="-128"/>
            </a:endParaRPr>
          </a:p>
          <a:p>
            <a:endParaRPr kumimoji="1" lang="en-US" altLang="ja-JP" sz="1500" b="1" dirty="0">
              <a:latin typeface="HGP明朝B" panose="02020800000000000000" pitchFamily="18" charset="-128"/>
              <a:ea typeface="HGP明朝B" panose="02020800000000000000" pitchFamily="18" charset="-128"/>
            </a:endParaRPr>
          </a:p>
          <a:p>
            <a:r>
              <a:rPr kumimoji="1" lang="ja-JP" altLang="en-US" sz="1500" b="1" dirty="0">
                <a:latin typeface="HGP明朝B" panose="02020800000000000000" pitchFamily="18" charset="-128"/>
                <a:ea typeface="HGP明朝B" panose="02020800000000000000" pitchFamily="18" charset="-128"/>
              </a:rPr>
              <a:t>・中盤ボトムに出すことで、相手</a:t>
            </a:r>
            <a:r>
              <a:rPr kumimoji="1" lang="en-US" altLang="ja-JP" sz="1500" b="1" dirty="0">
                <a:latin typeface="HGP明朝B" panose="02020800000000000000" pitchFamily="18" charset="-128"/>
                <a:ea typeface="HGP明朝B" panose="02020800000000000000" pitchFamily="18" charset="-128"/>
              </a:rPr>
              <a:t>CMF</a:t>
            </a:r>
            <a:r>
              <a:rPr kumimoji="1" lang="ja-JP" altLang="en-US" sz="1500" b="1" dirty="0">
                <a:latin typeface="HGP明朝B" panose="02020800000000000000" pitchFamily="18" charset="-128"/>
                <a:ea typeface="HGP明朝B" panose="02020800000000000000" pitchFamily="18" charset="-128"/>
              </a:rPr>
              <a:t>、</a:t>
            </a:r>
            <a:r>
              <a:rPr kumimoji="1" lang="en-US" altLang="ja-JP" sz="1500" b="1" dirty="0">
                <a:latin typeface="HGP明朝B" panose="02020800000000000000" pitchFamily="18" charset="-128"/>
                <a:ea typeface="HGP明朝B" panose="02020800000000000000" pitchFamily="18" charset="-128"/>
              </a:rPr>
              <a:t>DMF</a:t>
            </a:r>
            <a:r>
              <a:rPr kumimoji="1" lang="ja-JP" altLang="en-US" sz="1500" b="1" dirty="0">
                <a:latin typeface="HGP明朝B" panose="02020800000000000000" pitchFamily="18" charset="-128"/>
                <a:ea typeface="HGP明朝B" panose="02020800000000000000" pitchFamily="18" charset="-128"/>
              </a:rPr>
              <a:t>が食いつき、</a:t>
            </a:r>
            <a:endParaRPr kumimoji="1" lang="en-US" altLang="ja-JP" sz="1500" b="1" dirty="0">
              <a:latin typeface="HGP明朝B" panose="02020800000000000000" pitchFamily="18" charset="-128"/>
              <a:ea typeface="HGP明朝B" panose="02020800000000000000" pitchFamily="18" charset="-128"/>
            </a:endParaRPr>
          </a:p>
          <a:p>
            <a:r>
              <a:rPr kumimoji="1" lang="ja-JP" altLang="en-US" sz="1500" b="1" dirty="0">
                <a:latin typeface="HGP明朝B" panose="02020800000000000000" pitchFamily="18" charset="-128"/>
                <a:ea typeface="HGP明朝B" panose="02020800000000000000" pitchFamily="18" charset="-128"/>
              </a:rPr>
              <a:t>前線</a:t>
            </a:r>
            <a:r>
              <a:rPr kumimoji="1" lang="en-US" altLang="ja-JP" sz="1500" b="1" dirty="0">
                <a:latin typeface="HGP明朝B" panose="02020800000000000000" pitchFamily="18" charset="-128"/>
                <a:ea typeface="HGP明朝B" panose="02020800000000000000" pitchFamily="18" charset="-128"/>
              </a:rPr>
              <a:t>	</a:t>
            </a:r>
            <a:r>
              <a:rPr kumimoji="1" lang="ja-JP" altLang="en-US" sz="1500" b="1" dirty="0">
                <a:latin typeface="HGP明朝B" panose="02020800000000000000" pitchFamily="18" charset="-128"/>
                <a:ea typeface="HGP明朝B" panose="02020800000000000000" pitchFamily="18" charset="-128"/>
              </a:rPr>
              <a:t>の選手にスペースを与えられるから。</a:t>
            </a:r>
            <a:endParaRPr lang="ja-JP" altLang="en-US" sz="1350" b="1" dirty="0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F2714BEC-1259-ED6E-A4FC-76FE2FA7231D}"/>
              </a:ext>
            </a:extLst>
          </p:cNvPr>
          <p:cNvSpPr txBox="1"/>
          <p:nvPr/>
        </p:nvSpPr>
        <p:spPr>
          <a:xfrm>
            <a:off x="2812715" y="2031177"/>
            <a:ext cx="457342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1500" b="1" dirty="0">
                <a:latin typeface="HGP明朝B" panose="02020800000000000000" pitchFamily="18" charset="-128"/>
                <a:ea typeface="HGP明朝B" panose="02020800000000000000" pitchFamily="18" charset="-128"/>
              </a:rPr>
              <a:t>・　弱点</a:t>
            </a:r>
            <a:r>
              <a:rPr kumimoji="1" lang="en-US" altLang="ja-JP" sz="1500" b="1" dirty="0">
                <a:latin typeface="HGP明朝B" panose="02020800000000000000" pitchFamily="18" charset="-128"/>
                <a:ea typeface="HGP明朝B" panose="02020800000000000000" pitchFamily="18" charset="-128"/>
              </a:rPr>
              <a:t>A</a:t>
            </a:r>
            <a:r>
              <a:rPr kumimoji="1" lang="ja-JP" altLang="en-US" sz="1500" b="1" dirty="0">
                <a:latin typeface="HGP明朝B" panose="02020800000000000000" pitchFamily="18" charset="-128"/>
                <a:ea typeface="HGP明朝B" panose="02020800000000000000" pitchFamily="18" charset="-128"/>
              </a:rPr>
              <a:t>（中盤ボトム）を狙う。</a:t>
            </a:r>
            <a:endParaRPr lang="ja-JP" altLang="en-US" sz="1350" b="1" dirty="0"/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AAD6D987-58F9-DFDA-C6BC-67F42AD8D733}"/>
              </a:ext>
            </a:extLst>
          </p:cNvPr>
          <p:cNvCxnSpPr/>
          <p:nvPr/>
        </p:nvCxnSpPr>
        <p:spPr>
          <a:xfrm>
            <a:off x="75723" y="2736533"/>
            <a:ext cx="89925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6D99B716-5A97-5A7B-F749-7E89038F3F4F}"/>
              </a:ext>
            </a:extLst>
          </p:cNvPr>
          <p:cNvCxnSpPr>
            <a:cxnSpLocks/>
          </p:cNvCxnSpPr>
          <p:nvPr/>
        </p:nvCxnSpPr>
        <p:spPr>
          <a:xfrm>
            <a:off x="3283030" y="4542302"/>
            <a:ext cx="552632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2EDBDB39-0520-E32D-4D36-6FB4C26C3F2A}"/>
              </a:ext>
            </a:extLst>
          </p:cNvPr>
          <p:cNvGrpSpPr/>
          <p:nvPr/>
        </p:nvGrpSpPr>
        <p:grpSpPr>
          <a:xfrm>
            <a:off x="118825" y="3224968"/>
            <a:ext cx="2862500" cy="2718631"/>
            <a:chOff x="118825" y="3631253"/>
            <a:chExt cx="2697480" cy="2508316"/>
          </a:xfrm>
        </p:grpSpPr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80E3A0BA-1E80-87E1-BE50-AE35F1EE1A98}"/>
                </a:ext>
              </a:extLst>
            </p:cNvPr>
            <p:cNvGrpSpPr/>
            <p:nvPr/>
          </p:nvGrpSpPr>
          <p:grpSpPr>
            <a:xfrm>
              <a:off x="118825" y="3631253"/>
              <a:ext cx="2697480" cy="2508316"/>
              <a:chOff x="877825" y="2338307"/>
              <a:chExt cx="3596640" cy="3344421"/>
            </a:xfrm>
          </p:grpSpPr>
          <p:pic>
            <p:nvPicPr>
              <p:cNvPr id="4" name="図 3" descr="背景パターン&#10;&#10;中程度の精度で">
                <a:extLst>
                  <a:ext uri="{FF2B5EF4-FFF2-40B4-BE49-F238E27FC236}">
                    <a16:creationId xmlns:a16="http://schemas.microsoft.com/office/drawing/2014/main" id="{869BA47C-74C7-B18F-41AB-FF44C001A9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4489" t="326" r="15216" b="-1"/>
              <a:stretch/>
            </p:blipFill>
            <p:spPr>
              <a:xfrm>
                <a:off x="877825" y="2338307"/>
                <a:ext cx="3596640" cy="3344421"/>
              </a:xfrm>
              <a:prstGeom prst="rect">
                <a:avLst/>
              </a:prstGeom>
            </p:spPr>
          </p:pic>
          <p:pic>
            <p:nvPicPr>
              <p:cNvPr id="17" name="グラフィックス 16" descr="上矢印 単色塗りつぶし">
                <a:extLst>
                  <a:ext uri="{FF2B5EF4-FFF2-40B4-BE49-F238E27FC236}">
                    <a16:creationId xmlns:a16="http://schemas.microsoft.com/office/drawing/2014/main" id="{B3232A16-B340-55B0-BB48-D874912B7D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rot="16200000">
                <a:off x="3252470" y="3586463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9" name="グラフィックス 18" descr="上矢印 単色塗りつぶし">
                <a:extLst>
                  <a:ext uri="{FF2B5EF4-FFF2-40B4-BE49-F238E27FC236}">
                    <a16:creationId xmlns:a16="http://schemas.microsoft.com/office/drawing/2014/main" id="{53E68403-3BC4-48D6-A031-F28F193ABA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 rot="18005829">
                <a:off x="2735410" y="4519595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23" name="グラフィックス 22" descr="上矢印 単色塗りつぶし">
                <a:extLst>
                  <a:ext uri="{FF2B5EF4-FFF2-40B4-BE49-F238E27FC236}">
                    <a16:creationId xmlns:a16="http://schemas.microsoft.com/office/drawing/2014/main" id="{634643FC-5743-DC1C-71E3-7F23703BC8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2289391" y="4043664"/>
                <a:ext cx="762000" cy="639938"/>
              </a:xfrm>
              <a:prstGeom prst="rect">
                <a:avLst/>
              </a:prstGeom>
            </p:spPr>
          </p:pic>
          <p:pic>
            <p:nvPicPr>
              <p:cNvPr id="24" name="グラフィックス 23" descr="上矢印 単色塗りつぶし">
                <a:extLst>
                  <a:ext uri="{FF2B5EF4-FFF2-40B4-BE49-F238E27FC236}">
                    <a16:creationId xmlns:a16="http://schemas.microsoft.com/office/drawing/2014/main" id="{DD1A01E6-3125-FA16-200F-E0B246EE80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 rot="14710623">
                <a:off x="2694730" y="2598847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25" name="グラフィックス 24" descr="上矢印 単色塗りつぶし">
                <a:extLst>
                  <a:ext uri="{FF2B5EF4-FFF2-40B4-BE49-F238E27FC236}">
                    <a16:creationId xmlns:a16="http://schemas.microsoft.com/office/drawing/2014/main" id="{07F6759C-8F25-09E7-C8A9-EDE794AAC6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 rot="10975370">
                <a:off x="2310392" y="3233069"/>
                <a:ext cx="762000" cy="639938"/>
              </a:xfrm>
              <a:prstGeom prst="rect">
                <a:avLst/>
              </a:prstGeom>
            </p:spPr>
          </p:pic>
          <p:pic>
            <p:nvPicPr>
              <p:cNvPr id="33" name="グラフィックス 32" descr="バッジ 1 単色塗りつぶし">
                <a:extLst>
                  <a:ext uri="{FF2B5EF4-FFF2-40B4-BE49-F238E27FC236}">
                    <a16:creationId xmlns:a16="http://schemas.microsoft.com/office/drawing/2014/main" id="{550777D7-6903-E9F9-8EDC-9DFA1E4844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3560438" y="4054949"/>
                <a:ext cx="535391" cy="535391"/>
              </a:xfrm>
              <a:prstGeom prst="rect">
                <a:avLst/>
              </a:prstGeom>
            </p:spPr>
          </p:pic>
          <p:pic>
            <p:nvPicPr>
              <p:cNvPr id="35" name="グラフィックス 34" descr="バッジ 単色塗りつぶし">
                <a:extLst>
                  <a:ext uri="{FF2B5EF4-FFF2-40B4-BE49-F238E27FC236}">
                    <a16:creationId xmlns:a16="http://schemas.microsoft.com/office/drawing/2014/main" id="{C08B034C-727C-D104-C197-E1E35A0BDE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2802066" y="5018561"/>
                <a:ext cx="572292" cy="572292"/>
              </a:xfrm>
              <a:prstGeom prst="rect">
                <a:avLst/>
              </a:prstGeom>
            </p:spPr>
          </p:pic>
        </p:grpSp>
        <p:pic>
          <p:nvPicPr>
            <p:cNvPr id="6" name="グラフィックス 5" descr="バッジ 単色塗りつぶし">
              <a:extLst>
                <a:ext uri="{FF2B5EF4-FFF2-40B4-BE49-F238E27FC236}">
                  <a16:creationId xmlns:a16="http://schemas.microsoft.com/office/drawing/2014/main" id="{0ADF0D12-6FE6-166C-EF84-24D65FD770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640304" y="3673568"/>
              <a:ext cx="429219" cy="429219"/>
            </a:xfrm>
            <a:prstGeom prst="rect">
              <a:avLst/>
            </a:prstGeom>
          </p:spPr>
        </p:pic>
      </p:grpSp>
      <p:sp>
        <p:nvSpPr>
          <p:cNvPr id="18" name="コンテンツ プレースホルダー 17">
            <a:extLst>
              <a:ext uri="{FF2B5EF4-FFF2-40B4-BE49-F238E27FC236}">
                <a16:creationId xmlns:a16="http://schemas.microsoft.com/office/drawing/2014/main" id="{44AE862C-F28F-33C5-906D-D09B5349D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0" y="6858000"/>
            <a:ext cx="4867275" cy="247203"/>
          </a:xfrm>
        </p:spPr>
        <p:txBody>
          <a:bodyPr>
            <a:normAutofit fontScale="47500" lnSpcReduction="20000"/>
          </a:bodyPr>
          <a:lstStyle/>
          <a:p>
            <a:endParaRPr lang="ja-JP" altLang="en-US" dirty="0"/>
          </a:p>
        </p:txBody>
      </p: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942B8C6A-5CBE-4C9C-2DA5-88CB15CA5020}"/>
              </a:ext>
            </a:extLst>
          </p:cNvPr>
          <p:cNvGrpSpPr/>
          <p:nvPr/>
        </p:nvGrpSpPr>
        <p:grpSpPr>
          <a:xfrm>
            <a:off x="3201944" y="3368263"/>
            <a:ext cx="993767" cy="586761"/>
            <a:chOff x="3039031" y="3360953"/>
            <a:chExt cx="993767" cy="586761"/>
          </a:xfrm>
          <a:effectLst/>
        </p:grpSpPr>
        <p:pic>
          <p:nvPicPr>
            <p:cNvPr id="14" name="グラフィックス 13" descr="的中 単色塗りつぶし">
              <a:extLst>
                <a:ext uri="{FF2B5EF4-FFF2-40B4-BE49-F238E27FC236}">
                  <a16:creationId xmlns:a16="http://schemas.microsoft.com/office/drawing/2014/main" id="{33856576-6FEA-779F-B4CC-B087C42CDD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3064432" y="3482883"/>
              <a:ext cx="342900" cy="342900"/>
            </a:xfrm>
            <a:prstGeom prst="rect">
              <a:avLst/>
            </a:prstGeom>
          </p:spPr>
        </p:pic>
        <p:sp>
          <p:nvSpPr>
            <p:cNvPr id="21" name="四角形: 角を丸くする 20">
              <a:extLst>
                <a:ext uri="{FF2B5EF4-FFF2-40B4-BE49-F238E27FC236}">
                  <a16:creationId xmlns:a16="http://schemas.microsoft.com/office/drawing/2014/main" id="{DF5CB879-8EC9-E48C-94D6-34230909E1A3}"/>
                </a:ext>
              </a:extLst>
            </p:cNvPr>
            <p:cNvSpPr/>
            <p:nvPr/>
          </p:nvSpPr>
          <p:spPr>
            <a:xfrm>
              <a:off x="3039031" y="3360953"/>
              <a:ext cx="993767" cy="58676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1CE9C782-D2AC-5AC4-A89F-677B97966A72}"/>
                </a:ext>
              </a:extLst>
            </p:cNvPr>
            <p:cNvSpPr txBox="1"/>
            <p:nvPr/>
          </p:nvSpPr>
          <p:spPr>
            <a:xfrm>
              <a:off x="3369231" y="3456312"/>
              <a:ext cx="6508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b="1" dirty="0">
                  <a:solidFill>
                    <a:srgbClr val="FF0000"/>
                  </a:solidFill>
                  <a:latin typeface="HGS明朝B" panose="02020800000000000000" pitchFamily="18" charset="-128"/>
                  <a:ea typeface="HGS明朝B" panose="02020800000000000000" pitchFamily="18" charset="-128"/>
                </a:rPr>
                <a:t>目標</a:t>
              </a:r>
            </a:p>
          </p:txBody>
        </p:sp>
      </p:grp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F6ED775D-57A7-4EB0-82C9-34DEDE003243}"/>
              </a:ext>
            </a:extLst>
          </p:cNvPr>
          <p:cNvGrpSpPr/>
          <p:nvPr/>
        </p:nvGrpSpPr>
        <p:grpSpPr>
          <a:xfrm>
            <a:off x="3198991" y="5306685"/>
            <a:ext cx="1045777" cy="586761"/>
            <a:chOff x="3039031" y="5265866"/>
            <a:chExt cx="1045777" cy="586761"/>
          </a:xfrm>
        </p:grpSpPr>
        <p:pic>
          <p:nvPicPr>
            <p:cNvPr id="15" name="グラフィックス 14" descr="質問 単色塗りつぶし">
              <a:extLst>
                <a:ext uri="{FF2B5EF4-FFF2-40B4-BE49-F238E27FC236}">
                  <a16:creationId xmlns:a16="http://schemas.microsoft.com/office/drawing/2014/main" id="{BFF535FC-E169-1C93-4933-3136FF6218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3067871" y="5375598"/>
              <a:ext cx="342901" cy="342901"/>
            </a:xfrm>
            <a:prstGeom prst="rect">
              <a:avLst/>
            </a:prstGeom>
          </p:spPr>
        </p:pic>
        <p:sp>
          <p:nvSpPr>
            <p:cNvPr id="22" name="四角形: 角を丸くする 21">
              <a:extLst>
                <a:ext uri="{FF2B5EF4-FFF2-40B4-BE49-F238E27FC236}">
                  <a16:creationId xmlns:a16="http://schemas.microsoft.com/office/drawing/2014/main" id="{B0A722F9-BBEA-9826-82E2-E79E155DDCB1}"/>
                </a:ext>
              </a:extLst>
            </p:cNvPr>
            <p:cNvSpPr/>
            <p:nvPr/>
          </p:nvSpPr>
          <p:spPr>
            <a:xfrm>
              <a:off x="3039031" y="5265866"/>
              <a:ext cx="993767" cy="58676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5CFC44AE-E119-A924-C62B-6BF0B48E17BF}"/>
                </a:ext>
              </a:extLst>
            </p:cNvPr>
            <p:cNvSpPr txBox="1"/>
            <p:nvPr/>
          </p:nvSpPr>
          <p:spPr>
            <a:xfrm>
              <a:off x="3387375" y="5362190"/>
              <a:ext cx="6974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b="1" dirty="0">
                  <a:solidFill>
                    <a:srgbClr val="FF0000"/>
                  </a:solidFill>
                  <a:latin typeface="HGS明朝B" panose="02020800000000000000" pitchFamily="18" charset="-128"/>
                  <a:ea typeface="HGS明朝B" panose="02020800000000000000" pitchFamily="18" charset="-128"/>
                </a:rPr>
                <a:t>理由</a:t>
              </a:r>
            </a:p>
          </p:txBody>
        </p:sp>
      </p:grp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853BE679-0C33-49D4-0876-3479F6C22E42}"/>
              </a:ext>
            </a:extLst>
          </p:cNvPr>
          <p:cNvGrpSpPr/>
          <p:nvPr/>
        </p:nvGrpSpPr>
        <p:grpSpPr>
          <a:xfrm>
            <a:off x="735694" y="1423114"/>
            <a:ext cx="1653031" cy="974786"/>
            <a:chOff x="752642" y="1591683"/>
            <a:chExt cx="1653031" cy="974786"/>
          </a:xfrm>
        </p:grpSpPr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F49BCC3A-4B30-9C9E-5203-00AB5E5B6618}"/>
                </a:ext>
              </a:extLst>
            </p:cNvPr>
            <p:cNvSpPr txBox="1"/>
            <p:nvPr/>
          </p:nvSpPr>
          <p:spPr>
            <a:xfrm>
              <a:off x="785678" y="1591683"/>
              <a:ext cx="161999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b="1" dirty="0">
                  <a:latin typeface="HGS明朝B" panose="02020800000000000000" pitchFamily="18" charset="-128"/>
                  <a:ea typeface="HGS明朝B" panose="02020800000000000000" pitchFamily="18" charset="-128"/>
                </a:rPr>
                <a:t>キーパー</a:t>
              </a:r>
              <a:endParaRPr kumimoji="1" lang="en-US" altLang="ja-JP" b="1" dirty="0">
                <a:latin typeface="HGS明朝B" panose="02020800000000000000" pitchFamily="18" charset="-128"/>
                <a:ea typeface="HGS明朝B" panose="02020800000000000000" pitchFamily="18" charset="-128"/>
              </a:endParaRPr>
            </a:p>
            <a:p>
              <a:pPr algn="ctr"/>
              <a:r>
                <a:rPr kumimoji="1" lang="ja-JP" altLang="en-US" b="1" dirty="0">
                  <a:solidFill>
                    <a:srgbClr val="FF0000"/>
                  </a:solidFill>
                  <a:latin typeface="HGS明朝B" panose="02020800000000000000" pitchFamily="18" charset="-128"/>
                  <a:ea typeface="HGS明朝B" panose="02020800000000000000" pitchFamily="18" charset="-128"/>
                </a:rPr>
                <a:t>含めた</a:t>
              </a:r>
              <a:endParaRPr kumimoji="1" lang="en-US" altLang="ja-JP" b="1" dirty="0">
                <a:solidFill>
                  <a:srgbClr val="FF0000"/>
                </a:solidFill>
                <a:latin typeface="HGS明朝B" panose="02020800000000000000" pitchFamily="18" charset="-128"/>
                <a:ea typeface="HGS明朝B" panose="02020800000000000000" pitchFamily="18" charset="-128"/>
              </a:endParaRPr>
            </a:p>
            <a:p>
              <a:pPr algn="ctr"/>
              <a:r>
                <a:rPr kumimoji="1" lang="ja-JP" altLang="en-US" b="1" dirty="0">
                  <a:latin typeface="HGS明朝B" panose="02020800000000000000" pitchFamily="18" charset="-128"/>
                  <a:ea typeface="HGS明朝B" panose="02020800000000000000" pitchFamily="18" charset="-128"/>
                </a:rPr>
                <a:t>ビルドアップ</a:t>
              </a:r>
            </a:p>
          </p:txBody>
        </p:sp>
        <p:sp>
          <p:nvSpPr>
            <p:cNvPr id="37" name="四角形: 角を丸くする 36">
              <a:extLst>
                <a:ext uri="{FF2B5EF4-FFF2-40B4-BE49-F238E27FC236}">
                  <a16:creationId xmlns:a16="http://schemas.microsoft.com/office/drawing/2014/main" id="{9BD84241-7B27-43DC-DB0F-148760628E2B}"/>
                </a:ext>
              </a:extLst>
            </p:cNvPr>
            <p:cNvSpPr/>
            <p:nvPr/>
          </p:nvSpPr>
          <p:spPr>
            <a:xfrm>
              <a:off x="752642" y="1594642"/>
              <a:ext cx="1619995" cy="97182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28660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CAAEC-0894-5FE7-2747-22374CCF1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6A2CCC-7499-8EB0-C78F-C3A9E7238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7521"/>
            <a:ext cx="7429499" cy="1428750"/>
          </a:xfrm>
        </p:spPr>
        <p:txBody>
          <a:bodyPr/>
          <a:lstStyle/>
          <a:p>
            <a:r>
              <a:rPr kumimoji="1" lang="ja-JP" altLang="en-US" dirty="0">
                <a:latin typeface="HGP明朝B" panose="02020800000000000000" pitchFamily="18" charset="-128"/>
                <a:ea typeface="HGP明朝B" panose="02020800000000000000" pitchFamily="18" charset="-128"/>
              </a:rPr>
              <a:t>＜</a:t>
            </a:r>
            <a:r>
              <a:rPr kumimoji="1" lang="en-US" altLang="ja-JP" dirty="0">
                <a:solidFill>
                  <a:srgbClr val="00B0F0"/>
                </a:solidFill>
                <a:latin typeface="HGP明朝B" panose="02020800000000000000" pitchFamily="18" charset="-128"/>
                <a:ea typeface="HGP明朝B" panose="02020800000000000000" pitchFamily="18" charset="-128"/>
              </a:rPr>
              <a:t>4-4-2</a:t>
            </a:r>
            <a:r>
              <a:rPr kumimoji="1" lang="ja-JP" altLang="en-US" dirty="0">
                <a:latin typeface="HGP明朝B" panose="02020800000000000000" pitchFamily="18" charset="-128"/>
                <a:ea typeface="HGP明朝B" panose="02020800000000000000" pitchFamily="18" charset="-128"/>
              </a:rPr>
              <a:t>プレスの攻略法③＞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82CBD04-EE0C-2C0B-FCDD-F4910D7871DA}"/>
              </a:ext>
            </a:extLst>
          </p:cNvPr>
          <p:cNvSpPr txBox="1"/>
          <p:nvPr/>
        </p:nvSpPr>
        <p:spPr>
          <a:xfrm>
            <a:off x="2888237" y="1119842"/>
            <a:ext cx="609671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defRPr/>
            </a:pPr>
            <a:r>
              <a:rPr kumimoji="1" lang="ja-JP" altLang="en-US" sz="1500" b="1" dirty="0">
                <a:latin typeface="HGP明朝B" panose="02020800000000000000" pitchFamily="18" charset="-128"/>
                <a:ea typeface="HGP明朝B" panose="02020800000000000000" pitchFamily="18" charset="-128"/>
              </a:rPr>
              <a:t>・　ビルドアップ中、後期（キーパーが参加するとリスクが高いとき）に使用。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BB82054-883B-D227-82A7-825902DF3B5F}"/>
              </a:ext>
            </a:extLst>
          </p:cNvPr>
          <p:cNvSpPr txBox="1"/>
          <p:nvPr/>
        </p:nvSpPr>
        <p:spPr>
          <a:xfrm>
            <a:off x="4588926" y="2924285"/>
            <a:ext cx="4396025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1500" b="1" dirty="0">
                <a:latin typeface="HGP明朝B" panose="02020800000000000000" pitchFamily="18" charset="-128"/>
                <a:ea typeface="HGP明朝B" panose="02020800000000000000" pitchFamily="18" charset="-128"/>
              </a:rPr>
              <a:t>①中盤ボトム（①）につける。</a:t>
            </a:r>
            <a:br>
              <a:rPr kumimoji="1" lang="en-US" altLang="ja-JP" sz="1500" b="1" dirty="0">
                <a:latin typeface="HGP明朝B" panose="02020800000000000000" pitchFamily="18" charset="-128"/>
                <a:ea typeface="HGP明朝B" panose="02020800000000000000" pitchFamily="18" charset="-128"/>
              </a:rPr>
            </a:br>
            <a:r>
              <a:rPr kumimoji="1" lang="en-US" altLang="ja-JP" sz="1500" b="1" dirty="0">
                <a:latin typeface="HGP明朝B" panose="02020800000000000000" pitchFamily="18" charset="-128"/>
                <a:ea typeface="HGP明朝B" panose="02020800000000000000" pitchFamily="18" charset="-128"/>
              </a:rPr>
              <a:t>		</a:t>
            </a:r>
            <a:br>
              <a:rPr kumimoji="1" lang="en-US" altLang="ja-JP" sz="1500" b="1" dirty="0">
                <a:latin typeface="HGP明朝B" panose="02020800000000000000" pitchFamily="18" charset="-128"/>
                <a:ea typeface="HGP明朝B" panose="02020800000000000000" pitchFamily="18" charset="-128"/>
              </a:rPr>
            </a:br>
            <a:r>
              <a:rPr kumimoji="1" lang="ja-JP" altLang="en-US" sz="1500" b="1" dirty="0">
                <a:latin typeface="HGP明朝B" panose="02020800000000000000" pitchFamily="18" charset="-128"/>
                <a:ea typeface="HGP明朝B" panose="02020800000000000000" pitchFamily="18" charset="-128"/>
              </a:rPr>
              <a:t>②ハーフスペース（②）に直接、または</a:t>
            </a:r>
            <a:r>
              <a:rPr kumimoji="1" lang="en-US" altLang="ja-JP" sz="1500" b="1" dirty="0">
                <a:latin typeface="HGP明朝B" panose="02020800000000000000" pitchFamily="18" charset="-128"/>
                <a:ea typeface="HGP明朝B" panose="02020800000000000000" pitchFamily="18" charset="-128"/>
              </a:rPr>
              <a:t>CF</a:t>
            </a:r>
            <a:r>
              <a:rPr kumimoji="1" lang="ja-JP" altLang="en-US" sz="1500" b="1" dirty="0">
                <a:latin typeface="HGP明朝B" panose="02020800000000000000" pitchFamily="18" charset="-128"/>
                <a:ea typeface="HGP明朝B" panose="02020800000000000000" pitchFamily="18" charset="-128"/>
              </a:rPr>
              <a:t>を経由してつける。</a:t>
            </a:r>
            <a:br>
              <a:rPr kumimoji="1" lang="en-US" altLang="ja-JP" sz="1350" b="1" dirty="0">
                <a:latin typeface="HGP明朝B" panose="02020800000000000000" pitchFamily="18" charset="-128"/>
                <a:ea typeface="HGP明朝B" panose="02020800000000000000" pitchFamily="18" charset="-128"/>
              </a:rPr>
            </a:br>
            <a:endParaRPr lang="ja-JP" altLang="en-US" sz="1350" b="1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D94BBC95-0E35-FB43-C3B2-9833927F6E66}"/>
              </a:ext>
            </a:extLst>
          </p:cNvPr>
          <p:cNvSpPr txBox="1"/>
          <p:nvPr/>
        </p:nvSpPr>
        <p:spPr>
          <a:xfrm>
            <a:off x="4598451" y="4628458"/>
            <a:ext cx="43865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1500" b="1" dirty="0">
                <a:latin typeface="HGP明朝B" panose="02020800000000000000" pitchFamily="18" charset="-128"/>
                <a:ea typeface="HGP明朝B" panose="02020800000000000000" pitchFamily="18" charset="-128"/>
              </a:rPr>
              <a:t>・ハーフスペースに渡れば、サイド、</a:t>
            </a:r>
            <a:r>
              <a:rPr kumimoji="1" lang="en-US" altLang="ja-JP" sz="1500" b="1" dirty="0">
                <a:latin typeface="HGP明朝B" panose="02020800000000000000" pitchFamily="18" charset="-128"/>
                <a:ea typeface="HGP明朝B" panose="02020800000000000000" pitchFamily="18" charset="-128"/>
              </a:rPr>
              <a:t>CF</a:t>
            </a:r>
            <a:r>
              <a:rPr kumimoji="1" lang="ja-JP" altLang="en-US" sz="1500" b="1" dirty="0">
                <a:latin typeface="HGP明朝B" panose="02020800000000000000" pitchFamily="18" charset="-128"/>
                <a:ea typeface="HGP明朝B" panose="02020800000000000000" pitchFamily="18" charset="-128"/>
              </a:rPr>
              <a:t>へのパスコースを持ちながら前進し、ドリブル、シュートの選択肢まで持てる。</a:t>
            </a:r>
            <a:endParaRPr kumimoji="1" lang="en-US" altLang="ja-JP" sz="1500" b="1" dirty="0">
              <a:latin typeface="HGP明朝B" panose="02020800000000000000" pitchFamily="18" charset="-128"/>
              <a:ea typeface="HGP明朝B" panose="02020800000000000000" pitchFamily="18" charset="-128"/>
            </a:endParaRPr>
          </a:p>
          <a:p>
            <a:r>
              <a:rPr kumimoji="1" lang="en-US" altLang="ja-JP" sz="1500" b="1" dirty="0">
                <a:latin typeface="HGP明朝B" panose="02020800000000000000" pitchFamily="18" charset="-128"/>
                <a:ea typeface="HGP明朝B" panose="02020800000000000000" pitchFamily="18" charset="-128"/>
              </a:rPr>
              <a:t>	    </a:t>
            </a:r>
          </a:p>
          <a:p>
            <a:r>
              <a:rPr kumimoji="1" lang="ja-JP" altLang="en-US" sz="1500" b="1" dirty="0">
                <a:latin typeface="HGP明朝B" panose="02020800000000000000" pitchFamily="18" charset="-128"/>
                <a:ea typeface="HGP明朝B" panose="02020800000000000000" pitchFamily="18" charset="-128"/>
              </a:rPr>
              <a:t>・①につけるのは、相手</a:t>
            </a:r>
            <a:r>
              <a:rPr kumimoji="1" lang="en-US" altLang="ja-JP" sz="1500" b="1" dirty="0">
                <a:latin typeface="HGP明朝B" panose="02020800000000000000" pitchFamily="18" charset="-128"/>
                <a:ea typeface="HGP明朝B" panose="02020800000000000000" pitchFamily="18" charset="-128"/>
              </a:rPr>
              <a:t>MF</a:t>
            </a:r>
            <a:r>
              <a:rPr kumimoji="1" lang="ja-JP" altLang="en-US" sz="1500" b="1" dirty="0">
                <a:latin typeface="HGP明朝B" panose="02020800000000000000" pitchFamily="18" charset="-128"/>
                <a:ea typeface="HGP明朝B" panose="02020800000000000000" pitchFamily="18" charset="-128"/>
              </a:rPr>
              <a:t>をつり出し、②や</a:t>
            </a:r>
            <a:r>
              <a:rPr kumimoji="1" lang="en-US" altLang="ja-JP" sz="1500" b="1" dirty="0">
                <a:latin typeface="HGP明朝B" panose="02020800000000000000" pitchFamily="18" charset="-128"/>
                <a:ea typeface="HGP明朝B" panose="02020800000000000000" pitchFamily="18" charset="-128"/>
              </a:rPr>
              <a:t>CF</a:t>
            </a:r>
            <a:r>
              <a:rPr kumimoji="1" lang="ja-JP" altLang="en-US" sz="1500" b="1" dirty="0">
                <a:latin typeface="HGP明朝B" panose="02020800000000000000" pitchFamily="18" charset="-128"/>
                <a:ea typeface="HGP明朝B" panose="02020800000000000000" pitchFamily="18" charset="-128"/>
              </a:rPr>
              <a:t>に渡りやすくするため。</a:t>
            </a:r>
            <a:endParaRPr lang="ja-JP" altLang="en-US" sz="1350" b="1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B8ABBA2B-7398-9CB5-64BB-F4D530AAD9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02" t="46" r="3033"/>
          <a:stretch/>
        </p:blipFill>
        <p:spPr>
          <a:xfrm>
            <a:off x="199311" y="3225026"/>
            <a:ext cx="3119309" cy="2565353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991255B-FC61-2B1D-495C-3DA0F81A4BD8}"/>
              </a:ext>
            </a:extLst>
          </p:cNvPr>
          <p:cNvSpPr txBox="1"/>
          <p:nvPr/>
        </p:nvSpPr>
        <p:spPr>
          <a:xfrm>
            <a:off x="2888237" y="1712863"/>
            <a:ext cx="457342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1500" b="1" dirty="0">
                <a:latin typeface="HGP明朝B" panose="02020800000000000000" pitchFamily="18" charset="-128"/>
                <a:ea typeface="HGP明朝B" panose="02020800000000000000" pitchFamily="18" charset="-128"/>
              </a:rPr>
              <a:t>・　弱点</a:t>
            </a:r>
            <a:r>
              <a:rPr kumimoji="1" lang="en-US" altLang="ja-JP" sz="1500" b="1" dirty="0">
                <a:latin typeface="HGP明朝B" panose="02020800000000000000" pitchFamily="18" charset="-128"/>
                <a:ea typeface="HGP明朝B" panose="02020800000000000000" pitchFamily="18" charset="-128"/>
              </a:rPr>
              <a:t>B</a:t>
            </a:r>
            <a:r>
              <a:rPr kumimoji="1" lang="ja-JP" altLang="en-US" sz="1500" b="1" dirty="0">
                <a:latin typeface="HGP明朝B" panose="02020800000000000000" pitchFamily="18" charset="-128"/>
                <a:ea typeface="HGP明朝B" panose="02020800000000000000" pitchFamily="18" charset="-128"/>
              </a:rPr>
              <a:t>（ハーフスペース）を狙う。</a:t>
            </a:r>
            <a:endParaRPr lang="ja-JP" altLang="en-US" sz="1350" b="1" dirty="0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58A1EEA7-FBAA-8CCC-8A1C-2FE5B46A49D5}"/>
              </a:ext>
            </a:extLst>
          </p:cNvPr>
          <p:cNvCxnSpPr/>
          <p:nvPr/>
        </p:nvCxnSpPr>
        <p:spPr>
          <a:xfrm>
            <a:off x="75724" y="2280285"/>
            <a:ext cx="89925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ABBDD48B-7559-C5E5-7549-45B21E3D7E82}"/>
              </a:ext>
            </a:extLst>
          </p:cNvPr>
          <p:cNvCxnSpPr>
            <a:cxnSpLocks/>
          </p:cNvCxnSpPr>
          <p:nvPr/>
        </p:nvCxnSpPr>
        <p:spPr>
          <a:xfrm>
            <a:off x="3458630" y="4296323"/>
            <a:ext cx="552632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1" name="インク 10">
                <a:extLst>
                  <a:ext uri="{FF2B5EF4-FFF2-40B4-BE49-F238E27FC236}">
                    <a16:creationId xmlns:a16="http://schemas.microsoft.com/office/drawing/2014/main" id="{4F99D0C2-5A35-E932-ADF9-786FFBCC1862}"/>
                  </a:ext>
                </a:extLst>
              </p14:cNvPr>
              <p14:cNvContentPartPr/>
              <p14:nvPr/>
            </p14:nvContentPartPr>
            <p14:xfrm>
              <a:off x="2638305" y="4314780"/>
              <a:ext cx="360" cy="360"/>
            </p14:xfrm>
          </p:contentPart>
        </mc:Choice>
        <mc:Fallback>
          <p:pic>
            <p:nvPicPr>
              <p:cNvPr id="11" name="インク 10">
                <a:extLst>
                  <a:ext uri="{FF2B5EF4-FFF2-40B4-BE49-F238E27FC236}">
                    <a16:creationId xmlns:a16="http://schemas.microsoft.com/office/drawing/2014/main" id="{4F99D0C2-5A35-E932-ADF9-786FFBCC186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29305" y="4305780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23B88557-2110-42F0-CB48-5A1501B1BB64}"/>
              </a:ext>
            </a:extLst>
          </p:cNvPr>
          <p:cNvGrpSpPr/>
          <p:nvPr/>
        </p:nvGrpSpPr>
        <p:grpSpPr>
          <a:xfrm>
            <a:off x="3520726" y="3103096"/>
            <a:ext cx="993767" cy="586761"/>
            <a:chOff x="3039031" y="3360953"/>
            <a:chExt cx="993767" cy="586761"/>
          </a:xfrm>
          <a:effectLst/>
        </p:grpSpPr>
        <p:pic>
          <p:nvPicPr>
            <p:cNvPr id="18" name="グラフィックス 17" descr="的中 単色塗りつぶし">
              <a:extLst>
                <a:ext uri="{FF2B5EF4-FFF2-40B4-BE49-F238E27FC236}">
                  <a16:creationId xmlns:a16="http://schemas.microsoft.com/office/drawing/2014/main" id="{D10E62F3-F0E8-93C6-5245-90FE2F92306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064432" y="3482883"/>
              <a:ext cx="342900" cy="342900"/>
            </a:xfrm>
            <a:prstGeom prst="rect">
              <a:avLst/>
            </a:prstGeom>
          </p:spPr>
        </p:pic>
        <p:sp>
          <p:nvSpPr>
            <p:cNvPr id="19" name="四角形: 角を丸くする 18">
              <a:extLst>
                <a:ext uri="{FF2B5EF4-FFF2-40B4-BE49-F238E27FC236}">
                  <a16:creationId xmlns:a16="http://schemas.microsoft.com/office/drawing/2014/main" id="{9FA36525-D952-DE80-CB0B-AB7496E18AAE}"/>
                </a:ext>
              </a:extLst>
            </p:cNvPr>
            <p:cNvSpPr/>
            <p:nvPr/>
          </p:nvSpPr>
          <p:spPr>
            <a:xfrm>
              <a:off x="3039031" y="3360953"/>
              <a:ext cx="993767" cy="58676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DAB76473-C738-A380-C70C-C7936966C9C7}"/>
                </a:ext>
              </a:extLst>
            </p:cNvPr>
            <p:cNvSpPr txBox="1"/>
            <p:nvPr/>
          </p:nvSpPr>
          <p:spPr>
            <a:xfrm>
              <a:off x="3369231" y="3456312"/>
              <a:ext cx="6508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b="1" dirty="0">
                  <a:solidFill>
                    <a:srgbClr val="FF0000"/>
                  </a:solidFill>
                  <a:latin typeface="HGS明朝B" panose="02020800000000000000" pitchFamily="18" charset="-128"/>
                  <a:ea typeface="HGS明朝B" panose="02020800000000000000" pitchFamily="18" charset="-128"/>
                </a:rPr>
                <a:t>目標</a:t>
              </a:r>
            </a:p>
          </p:txBody>
        </p:sp>
      </p:grp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76BF58A1-737F-18E0-10D5-DCE75C1050B9}"/>
              </a:ext>
            </a:extLst>
          </p:cNvPr>
          <p:cNvGrpSpPr/>
          <p:nvPr/>
        </p:nvGrpSpPr>
        <p:grpSpPr>
          <a:xfrm>
            <a:off x="3526223" y="5073741"/>
            <a:ext cx="1045777" cy="586761"/>
            <a:chOff x="3039031" y="5265866"/>
            <a:chExt cx="1045777" cy="586761"/>
          </a:xfrm>
        </p:grpSpPr>
        <p:pic>
          <p:nvPicPr>
            <p:cNvPr id="26" name="グラフィックス 25" descr="質問 単色塗りつぶし">
              <a:extLst>
                <a:ext uri="{FF2B5EF4-FFF2-40B4-BE49-F238E27FC236}">
                  <a16:creationId xmlns:a16="http://schemas.microsoft.com/office/drawing/2014/main" id="{34A014BC-3444-1850-8B9C-108B10CA07D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067871" y="5375598"/>
              <a:ext cx="342901" cy="342901"/>
            </a:xfrm>
            <a:prstGeom prst="rect">
              <a:avLst/>
            </a:prstGeom>
          </p:spPr>
        </p:pic>
        <p:sp>
          <p:nvSpPr>
            <p:cNvPr id="27" name="四角形: 角を丸くする 26">
              <a:extLst>
                <a:ext uri="{FF2B5EF4-FFF2-40B4-BE49-F238E27FC236}">
                  <a16:creationId xmlns:a16="http://schemas.microsoft.com/office/drawing/2014/main" id="{589CD3C9-3A13-A4B0-D523-DA40B7745A1E}"/>
                </a:ext>
              </a:extLst>
            </p:cNvPr>
            <p:cNvSpPr/>
            <p:nvPr/>
          </p:nvSpPr>
          <p:spPr>
            <a:xfrm>
              <a:off x="3039031" y="5265866"/>
              <a:ext cx="993767" cy="58676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03E0E7D1-FF6D-EFB0-2E34-70020B0BB9E2}"/>
                </a:ext>
              </a:extLst>
            </p:cNvPr>
            <p:cNvSpPr txBox="1"/>
            <p:nvPr/>
          </p:nvSpPr>
          <p:spPr>
            <a:xfrm>
              <a:off x="3387375" y="5362190"/>
              <a:ext cx="6974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b="1" dirty="0">
                  <a:solidFill>
                    <a:srgbClr val="FF0000"/>
                  </a:solidFill>
                  <a:latin typeface="HGS明朝B" panose="02020800000000000000" pitchFamily="18" charset="-128"/>
                  <a:ea typeface="HGS明朝B" panose="02020800000000000000" pitchFamily="18" charset="-128"/>
                </a:rPr>
                <a:t>理由</a:t>
              </a:r>
            </a:p>
          </p:txBody>
        </p:sp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B4EACE7F-4DEB-1F39-88CD-0E597D403702}"/>
              </a:ext>
            </a:extLst>
          </p:cNvPr>
          <p:cNvGrpSpPr/>
          <p:nvPr/>
        </p:nvGrpSpPr>
        <p:grpSpPr>
          <a:xfrm>
            <a:off x="659266" y="1123188"/>
            <a:ext cx="1653031" cy="974786"/>
            <a:chOff x="752642" y="1591683"/>
            <a:chExt cx="1653031" cy="974786"/>
          </a:xfrm>
        </p:grpSpPr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4F4C6DB8-2420-9492-9279-43660ECB5923}"/>
                </a:ext>
              </a:extLst>
            </p:cNvPr>
            <p:cNvSpPr txBox="1"/>
            <p:nvPr/>
          </p:nvSpPr>
          <p:spPr>
            <a:xfrm>
              <a:off x="785678" y="1591683"/>
              <a:ext cx="161999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b="1" dirty="0">
                  <a:latin typeface="HGS明朝B" panose="02020800000000000000" pitchFamily="18" charset="-128"/>
                  <a:ea typeface="HGS明朝B" panose="02020800000000000000" pitchFamily="18" charset="-128"/>
                </a:rPr>
                <a:t>キーパー</a:t>
              </a:r>
              <a:endParaRPr kumimoji="1" lang="en-US" altLang="ja-JP" b="1" dirty="0">
                <a:latin typeface="HGS明朝B" panose="02020800000000000000" pitchFamily="18" charset="-128"/>
                <a:ea typeface="HGS明朝B" panose="02020800000000000000" pitchFamily="18" charset="-128"/>
              </a:endParaRPr>
            </a:p>
            <a:p>
              <a:pPr algn="ctr"/>
              <a:r>
                <a:rPr kumimoji="1" lang="ja-JP" altLang="en-US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HGS明朝B" panose="02020800000000000000" pitchFamily="18" charset="-128"/>
                  <a:ea typeface="HGS明朝B" panose="02020800000000000000" pitchFamily="18" charset="-128"/>
                </a:rPr>
                <a:t>含めない</a:t>
              </a:r>
              <a:endParaRPr kumimoji="1" lang="en-US" altLang="ja-JP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GS明朝B" panose="02020800000000000000" pitchFamily="18" charset="-128"/>
                <a:ea typeface="HGS明朝B" panose="02020800000000000000" pitchFamily="18" charset="-128"/>
              </a:endParaRPr>
            </a:p>
            <a:p>
              <a:pPr algn="ctr"/>
              <a:r>
                <a:rPr kumimoji="1" lang="ja-JP" altLang="en-US" b="1" dirty="0">
                  <a:latin typeface="HGS明朝B" panose="02020800000000000000" pitchFamily="18" charset="-128"/>
                  <a:ea typeface="HGS明朝B" panose="02020800000000000000" pitchFamily="18" charset="-128"/>
                </a:rPr>
                <a:t>ビルドアップ</a:t>
              </a:r>
            </a:p>
          </p:txBody>
        </p:sp>
        <p:sp>
          <p:nvSpPr>
            <p:cNvPr id="31" name="四角形: 角を丸くする 30">
              <a:extLst>
                <a:ext uri="{FF2B5EF4-FFF2-40B4-BE49-F238E27FC236}">
                  <a16:creationId xmlns:a16="http://schemas.microsoft.com/office/drawing/2014/main" id="{811ABC53-93EE-ED2C-65A6-36B5D24D29D9}"/>
                </a:ext>
              </a:extLst>
            </p:cNvPr>
            <p:cNvSpPr/>
            <p:nvPr/>
          </p:nvSpPr>
          <p:spPr>
            <a:xfrm>
              <a:off x="752642" y="1594642"/>
              <a:ext cx="1619995" cy="97182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07614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257</TotalTime>
  <Words>309</Words>
  <Application>Microsoft Office PowerPoint</Application>
  <PresentationFormat>画面に合わせる (4:3)</PresentationFormat>
  <Paragraphs>39</Paragraphs>
  <Slides>4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1" baseType="lpstr">
      <vt:lpstr>HGP明朝B</vt:lpstr>
      <vt:lpstr>HGS明朝B</vt:lpstr>
      <vt:lpstr>游ゴシック</vt:lpstr>
      <vt:lpstr>Aptos</vt:lpstr>
      <vt:lpstr>Aptos Display</vt:lpstr>
      <vt:lpstr>Arial</vt:lpstr>
      <vt:lpstr>Office Theme</vt:lpstr>
      <vt:lpstr>4-4-2プレスの攻略法</vt:lpstr>
      <vt:lpstr>＜4-4-2プレスの攻略法①＞</vt:lpstr>
      <vt:lpstr>＜4-4-2プレスの攻略法②＞</vt:lpstr>
      <vt:lpstr>＜4-4-2プレスの攻略法③＞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1013 thirteen</dc:creator>
  <cp:lastModifiedBy>1013 thirteen</cp:lastModifiedBy>
  <cp:revision>1</cp:revision>
  <cp:lastPrinted>2024-12-11T11:01:42Z</cp:lastPrinted>
  <dcterms:created xsi:type="dcterms:W3CDTF">2024-12-11T03:06:41Z</dcterms:created>
  <dcterms:modified xsi:type="dcterms:W3CDTF">2024-12-11T11:49:32Z</dcterms:modified>
</cp:coreProperties>
</file>